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3" r:id="rId1"/>
  </p:sldMasterIdLst>
  <p:notesMasterIdLst>
    <p:notesMasterId r:id="rId17"/>
  </p:notesMasterIdLst>
  <p:sldIdLst>
    <p:sldId id="256" r:id="rId2"/>
    <p:sldId id="257" r:id="rId3"/>
    <p:sldId id="259" r:id="rId4"/>
    <p:sldId id="260" r:id="rId5"/>
    <p:sldId id="261" r:id="rId6"/>
    <p:sldId id="263" r:id="rId7"/>
    <p:sldId id="265" r:id="rId8"/>
    <p:sldId id="268" r:id="rId9"/>
    <p:sldId id="266" r:id="rId10"/>
    <p:sldId id="269" r:id="rId11"/>
    <p:sldId id="264" r:id="rId12"/>
    <p:sldId id="267" r:id="rId13"/>
    <p:sldId id="271" r:id="rId14"/>
    <p:sldId id="272" r:id="rId15"/>
    <p:sldId id="273"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2739A"/>
    <a:srgbClr val="1CADE4"/>
    <a:srgbClr val="D4F5F7"/>
    <a:srgbClr val="002060"/>
    <a:srgbClr val="00C7C7"/>
    <a:srgbClr val="D9F1E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49" d="100"/>
          <a:sy n="149" d="100"/>
        </p:scale>
        <p:origin x="76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nathan Luo" userId="965c2bd4afd3f5b7" providerId="LiveId" clId="{DE97829A-D5E1-4A66-9C6D-0D91D5ECCA8C}"/>
    <pc:docChg chg="undo custSel addSld delSld modSld sldOrd">
      <pc:chgData name="Jonathan Luo" userId="965c2bd4afd3f5b7" providerId="LiveId" clId="{DE97829A-D5E1-4A66-9C6D-0D91D5ECCA8C}" dt="2025-05-03T04:52:25.153" v="8026"/>
      <pc:docMkLst>
        <pc:docMk/>
      </pc:docMkLst>
      <pc:sldChg chg="delSp modSp mod">
        <pc:chgData name="Jonathan Luo" userId="965c2bd4afd3f5b7" providerId="LiveId" clId="{DE97829A-D5E1-4A66-9C6D-0D91D5ECCA8C}" dt="2025-05-03T04:50:23.797" v="8005" actId="20577"/>
        <pc:sldMkLst>
          <pc:docMk/>
          <pc:sldMk cId="3989463407" sldId="256"/>
        </pc:sldMkLst>
        <pc:spChg chg="mod">
          <ac:chgData name="Jonathan Luo" userId="965c2bd4afd3f5b7" providerId="LiveId" clId="{DE97829A-D5E1-4A66-9C6D-0D91D5ECCA8C}" dt="2025-05-03T04:50:23.797" v="8005" actId="20577"/>
          <ac:spMkLst>
            <pc:docMk/>
            <pc:sldMk cId="3989463407" sldId="256"/>
            <ac:spMk id="2" creationId="{75A926DF-4919-09F1-B897-6499E04FFC09}"/>
          </ac:spMkLst>
        </pc:spChg>
        <pc:spChg chg="del mod">
          <ac:chgData name="Jonathan Luo" userId="965c2bd4afd3f5b7" providerId="LiveId" clId="{DE97829A-D5E1-4A66-9C6D-0D91D5ECCA8C}" dt="2025-05-03T04:50:19.977" v="7998" actId="478"/>
          <ac:spMkLst>
            <pc:docMk/>
            <pc:sldMk cId="3989463407" sldId="256"/>
            <ac:spMk id="4" creationId="{8C3F10A4-0563-78D5-A08B-5C7F9DACC9F5}"/>
          </ac:spMkLst>
        </pc:spChg>
      </pc:sldChg>
      <pc:sldChg chg="addSp delSp modSp mod">
        <pc:chgData name="Jonathan Luo" userId="965c2bd4afd3f5b7" providerId="LiveId" clId="{DE97829A-D5E1-4A66-9C6D-0D91D5ECCA8C}" dt="2025-05-02T17:16:33.299" v="7907" actId="1076"/>
        <pc:sldMkLst>
          <pc:docMk/>
          <pc:sldMk cId="4053218219" sldId="257"/>
        </pc:sldMkLst>
        <pc:graphicFrameChg chg="mod">
          <ac:chgData name="Jonathan Luo" userId="965c2bd4afd3f5b7" providerId="LiveId" clId="{DE97829A-D5E1-4A66-9C6D-0D91D5ECCA8C}" dt="2025-05-02T17:15:52.320" v="7886"/>
          <ac:graphicFrameMkLst>
            <pc:docMk/>
            <pc:sldMk cId="4053218219" sldId="257"/>
            <ac:graphicFrameMk id="4" creationId="{59D29CFE-B678-484C-89C5-4389FEE9ED09}"/>
          </ac:graphicFrameMkLst>
        </pc:graphicFrameChg>
        <pc:picChg chg="add mod">
          <ac:chgData name="Jonathan Luo" userId="965c2bd4afd3f5b7" providerId="LiveId" clId="{DE97829A-D5E1-4A66-9C6D-0D91D5ECCA8C}" dt="2025-05-02T17:15:09.807" v="7884" actId="1076"/>
          <ac:picMkLst>
            <pc:docMk/>
            <pc:sldMk cId="4053218219" sldId="257"/>
            <ac:picMk id="6" creationId="{BD925FC4-1F2B-B441-D4A7-9A38AC9615A4}"/>
          </ac:picMkLst>
        </pc:picChg>
        <pc:picChg chg="add del mod">
          <ac:chgData name="Jonathan Luo" userId="965c2bd4afd3f5b7" providerId="LiveId" clId="{DE97829A-D5E1-4A66-9C6D-0D91D5ECCA8C}" dt="2025-05-02T17:16:26.770" v="7905" actId="478"/>
          <ac:picMkLst>
            <pc:docMk/>
            <pc:sldMk cId="4053218219" sldId="257"/>
            <ac:picMk id="8" creationId="{E063CE2B-5B06-5B88-BE6A-DF3E06B14771}"/>
          </ac:picMkLst>
        </pc:picChg>
        <pc:picChg chg="add mod">
          <ac:chgData name="Jonathan Luo" userId="965c2bd4afd3f5b7" providerId="LiveId" clId="{DE97829A-D5E1-4A66-9C6D-0D91D5ECCA8C}" dt="2025-05-02T17:16:33.299" v="7907" actId="1076"/>
          <ac:picMkLst>
            <pc:docMk/>
            <pc:sldMk cId="4053218219" sldId="257"/>
            <ac:picMk id="10" creationId="{A1A5A251-5BC9-836D-12A4-4A1D17295103}"/>
          </ac:picMkLst>
        </pc:picChg>
        <pc:picChg chg="add mod">
          <ac:chgData name="Jonathan Luo" userId="965c2bd4afd3f5b7" providerId="LiveId" clId="{DE97829A-D5E1-4A66-9C6D-0D91D5ECCA8C}" dt="2025-05-02T17:16:21.816" v="7904" actId="1038"/>
          <ac:picMkLst>
            <pc:docMk/>
            <pc:sldMk cId="4053218219" sldId="257"/>
            <ac:picMk id="12" creationId="{2FD39654-6AB6-F8ED-23B7-10FD61F83D86}"/>
          </ac:picMkLst>
        </pc:picChg>
        <pc:picChg chg="add mod">
          <ac:chgData name="Jonathan Luo" userId="965c2bd4afd3f5b7" providerId="LiveId" clId="{DE97829A-D5E1-4A66-9C6D-0D91D5ECCA8C}" dt="2025-05-02T17:16:06.070" v="7892" actId="1076"/>
          <ac:picMkLst>
            <pc:docMk/>
            <pc:sldMk cId="4053218219" sldId="257"/>
            <ac:picMk id="14" creationId="{10D305FC-BFE8-22C7-8A9D-9095E00F8D9C}"/>
          </ac:picMkLst>
        </pc:picChg>
      </pc:sldChg>
      <pc:sldChg chg="del">
        <pc:chgData name="Jonathan Luo" userId="965c2bd4afd3f5b7" providerId="LiveId" clId="{DE97829A-D5E1-4A66-9C6D-0D91D5ECCA8C}" dt="2025-05-03T04:50:01.756" v="7996" actId="47"/>
        <pc:sldMkLst>
          <pc:docMk/>
          <pc:sldMk cId="668165439" sldId="258"/>
        </pc:sldMkLst>
      </pc:sldChg>
      <pc:sldChg chg="modSp">
        <pc:chgData name="Jonathan Luo" userId="965c2bd4afd3f5b7" providerId="LiveId" clId="{DE97829A-D5E1-4A66-9C6D-0D91D5ECCA8C}" dt="2025-05-02T17:06:15.312" v="7813" actId="207"/>
        <pc:sldMkLst>
          <pc:docMk/>
          <pc:sldMk cId="3743634492" sldId="259"/>
        </pc:sldMkLst>
        <pc:graphicFrameChg chg="mod">
          <ac:chgData name="Jonathan Luo" userId="965c2bd4afd3f5b7" providerId="LiveId" clId="{DE97829A-D5E1-4A66-9C6D-0D91D5ECCA8C}" dt="2025-05-02T17:06:15.312" v="7813" actId="207"/>
          <ac:graphicFrameMkLst>
            <pc:docMk/>
            <pc:sldMk cId="3743634492" sldId="259"/>
            <ac:graphicFrameMk id="7" creationId="{AF854660-5A85-418B-B401-87ACD38B51A6}"/>
          </ac:graphicFrameMkLst>
        </pc:graphicFrameChg>
      </pc:sldChg>
      <pc:sldChg chg="addSp delSp modSp mod">
        <pc:chgData name="Jonathan Luo" userId="965c2bd4afd3f5b7" providerId="LiveId" clId="{DE97829A-D5E1-4A66-9C6D-0D91D5ECCA8C}" dt="2025-05-03T04:52:25.153" v="8026"/>
        <pc:sldMkLst>
          <pc:docMk/>
          <pc:sldMk cId="735623325" sldId="260"/>
        </pc:sldMkLst>
        <pc:spChg chg="mod">
          <ac:chgData name="Jonathan Luo" userId="965c2bd4afd3f5b7" providerId="LiveId" clId="{DE97829A-D5E1-4A66-9C6D-0D91D5ECCA8C}" dt="2025-05-03T04:50:38.769" v="8006" actId="20577"/>
          <ac:spMkLst>
            <pc:docMk/>
            <pc:sldMk cId="735623325" sldId="260"/>
            <ac:spMk id="6" creationId="{8479183E-1002-3309-0DF1-E6EB7062B6B4}"/>
          </ac:spMkLst>
        </pc:spChg>
        <pc:spChg chg="add del mod">
          <ac:chgData name="Jonathan Luo" userId="965c2bd4afd3f5b7" providerId="LiveId" clId="{DE97829A-D5E1-4A66-9C6D-0D91D5ECCA8C}" dt="2025-05-03T04:52:03.167" v="8022" actId="1076"/>
          <ac:spMkLst>
            <pc:docMk/>
            <pc:sldMk cId="735623325" sldId="260"/>
            <ac:spMk id="9" creationId="{CE7A84A5-580A-D651-616C-2FB0F7CCEE66}"/>
          </ac:spMkLst>
        </pc:spChg>
        <pc:spChg chg="del mod">
          <ac:chgData name="Jonathan Luo" userId="965c2bd4afd3f5b7" providerId="LiveId" clId="{DE97829A-D5E1-4A66-9C6D-0D91D5ECCA8C}" dt="2025-05-03T04:50:44.553" v="8007" actId="478"/>
          <ac:spMkLst>
            <pc:docMk/>
            <pc:sldMk cId="735623325" sldId="260"/>
            <ac:spMk id="17" creationId="{2C63CA59-650C-FE2F-4AE4-445BA68018CC}"/>
          </ac:spMkLst>
        </pc:spChg>
        <pc:picChg chg="add mod">
          <ac:chgData name="Jonathan Luo" userId="965c2bd4afd3f5b7" providerId="LiveId" clId="{DE97829A-D5E1-4A66-9C6D-0D91D5ECCA8C}" dt="2025-05-03T04:52:11.791" v="8023" actId="1076"/>
          <ac:picMkLst>
            <pc:docMk/>
            <pc:sldMk cId="735623325" sldId="260"/>
            <ac:picMk id="4" creationId="{EA14D2D6-5C26-6615-7B41-B6369B77B43F}"/>
          </ac:picMkLst>
        </pc:picChg>
        <pc:picChg chg="del mod">
          <ac:chgData name="Jonathan Luo" userId="965c2bd4afd3f5b7" providerId="LiveId" clId="{DE97829A-D5E1-4A66-9C6D-0D91D5ECCA8C}" dt="2025-05-03T04:52:12.840" v="8024" actId="478"/>
          <ac:picMkLst>
            <pc:docMk/>
            <pc:sldMk cId="735623325" sldId="260"/>
            <ac:picMk id="1026" creationId="{3CB4BEE7-B0BA-72BB-892D-DD8F07C04D0D}"/>
          </ac:picMkLst>
        </pc:picChg>
        <pc:picChg chg="mod">
          <ac:chgData name="Jonathan Luo" userId="965c2bd4afd3f5b7" providerId="LiveId" clId="{DE97829A-D5E1-4A66-9C6D-0D91D5ECCA8C}" dt="2025-05-03T04:52:19.318" v="8025"/>
          <ac:picMkLst>
            <pc:docMk/>
            <pc:sldMk cId="735623325" sldId="260"/>
            <ac:picMk id="1036" creationId="{20AFE202-ADBA-BDCA-9264-FC7F31D4D438}"/>
          </ac:picMkLst>
        </pc:picChg>
        <pc:picChg chg="mod">
          <ac:chgData name="Jonathan Luo" userId="965c2bd4afd3f5b7" providerId="LiveId" clId="{DE97829A-D5E1-4A66-9C6D-0D91D5ECCA8C}" dt="2025-05-03T04:52:25.153" v="8026"/>
          <ac:picMkLst>
            <pc:docMk/>
            <pc:sldMk cId="735623325" sldId="260"/>
            <ac:picMk id="1038" creationId="{9D68AC7C-9BFC-1DE8-2190-14973FE5E52C}"/>
          </ac:picMkLst>
        </pc:picChg>
      </pc:sldChg>
      <pc:sldChg chg="del">
        <pc:chgData name="Jonathan Luo" userId="965c2bd4afd3f5b7" providerId="LiveId" clId="{DE97829A-D5E1-4A66-9C6D-0D91D5ECCA8C}" dt="2025-05-02T17:04:38.373" v="7798" actId="47"/>
        <pc:sldMkLst>
          <pc:docMk/>
          <pc:sldMk cId="3116823934" sldId="262"/>
        </pc:sldMkLst>
      </pc:sldChg>
      <pc:sldChg chg="addSp delSp modSp mod">
        <pc:chgData name="Jonathan Luo" userId="965c2bd4afd3f5b7" providerId="LiveId" clId="{DE97829A-D5E1-4A66-9C6D-0D91D5ECCA8C}" dt="2025-05-02T17:08:25.279" v="7832" actId="207"/>
        <pc:sldMkLst>
          <pc:docMk/>
          <pc:sldMk cId="3094694806" sldId="263"/>
        </pc:sldMkLst>
        <pc:spChg chg="mod">
          <ac:chgData name="Jonathan Luo" userId="965c2bd4afd3f5b7" providerId="LiveId" clId="{DE97829A-D5E1-4A66-9C6D-0D91D5ECCA8C}" dt="2025-05-02T10:37:13.261" v="649" actId="20577"/>
          <ac:spMkLst>
            <pc:docMk/>
            <pc:sldMk cId="3094694806" sldId="263"/>
            <ac:spMk id="2" creationId="{7FEDB130-A246-3A8A-98E1-B935EB07B8AB}"/>
          </ac:spMkLst>
        </pc:spChg>
        <pc:spChg chg="mod">
          <ac:chgData name="Jonathan Luo" userId="965c2bd4afd3f5b7" providerId="LiveId" clId="{DE97829A-D5E1-4A66-9C6D-0D91D5ECCA8C}" dt="2025-05-02T10:39:54.976" v="880" actId="1038"/>
          <ac:spMkLst>
            <pc:docMk/>
            <pc:sldMk cId="3094694806" sldId="263"/>
            <ac:spMk id="7" creationId="{7DB37686-3089-F147-A76B-E87E3257FBD1}"/>
          </ac:spMkLst>
        </pc:spChg>
        <pc:spChg chg="mod">
          <ac:chgData name="Jonathan Luo" userId="965c2bd4afd3f5b7" providerId="LiveId" clId="{DE97829A-D5E1-4A66-9C6D-0D91D5ECCA8C}" dt="2025-05-02T17:08:25.279" v="7832" actId="207"/>
          <ac:spMkLst>
            <pc:docMk/>
            <pc:sldMk cId="3094694806" sldId="263"/>
            <ac:spMk id="12" creationId="{4F6938E9-F4D9-A846-33B6-9E18CDEFBB73}"/>
          </ac:spMkLst>
        </pc:spChg>
        <pc:spChg chg="mod">
          <ac:chgData name="Jonathan Luo" userId="965c2bd4afd3f5b7" providerId="LiveId" clId="{DE97829A-D5E1-4A66-9C6D-0D91D5ECCA8C}" dt="2025-05-02T10:39:54.976" v="880" actId="1038"/>
          <ac:spMkLst>
            <pc:docMk/>
            <pc:sldMk cId="3094694806" sldId="263"/>
            <ac:spMk id="14" creationId="{82AFF67F-8C87-79C4-F5B9-436ABE5F66CB}"/>
          </ac:spMkLst>
        </pc:spChg>
        <pc:spChg chg="mod">
          <ac:chgData name="Jonathan Luo" userId="965c2bd4afd3f5b7" providerId="LiveId" clId="{DE97829A-D5E1-4A66-9C6D-0D91D5ECCA8C}" dt="2025-05-02T10:46:48.311" v="1139" actId="20577"/>
          <ac:spMkLst>
            <pc:docMk/>
            <pc:sldMk cId="3094694806" sldId="263"/>
            <ac:spMk id="15" creationId="{4C60E55D-F563-BCB3-12A5-9DAC9AA6D0D4}"/>
          </ac:spMkLst>
        </pc:spChg>
        <pc:spChg chg="mod">
          <ac:chgData name="Jonathan Luo" userId="965c2bd4afd3f5b7" providerId="LiveId" clId="{DE97829A-D5E1-4A66-9C6D-0D91D5ECCA8C}" dt="2025-05-02T16:26:50.567" v="5571" actId="1076"/>
          <ac:spMkLst>
            <pc:docMk/>
            <pc:sldMk cId="3094694806" sldId="263"/>
            <ac:spMk id="17" creationId="{69A44F51-8932-ED7A-9E52-09703C8C3E23}"/>
          </ac:spMkLst>
        </pc:spChg>
        <pc:spChg chg="mod">
          <ac:chgData name="Jonathan Luo" userId="965c2bd4afd3f5b7" providerId="LiveId" clId="{DE97829A-D5E1-4A66-9C6D-0D91D5ECCA8C}" dt="2025-05-02T10:39:54.976" v="880" actId="1038"/>
          <ac:spMkLst>
            <pc:docMk/>
            <pc:sldMk cId="3094694806" sldId="263"/>
            <ac:spMk id="18" creationId="{3846637A-93A6-AC42-83B8-37EB244FEB44}"/>
          </ac:spMkLst>
        </pc:spChg>
        <pc:spChg chg="mod">
          <ac:chgData name="Jonathan Luo" userId="965c2bd4afd3f5b7" providerId="LiveId" clId="{DE97829A-D5E1-4A66-9C6D-0D91D5ECCA8C}" dt="2025-05-02T10:39:54.976" v="880" actId="1038"/>
          <ac:spMkLst>
            <pc:docMk/>
            <pc:sldMk cId="3094694806" sldId="263"/>
            <ac:spMk id="20" creationId="{9263F67B-4941-1F9E-439E-C14C5CB38AAC}"/>
          </ac:spMkLst>
        </pc:spChg>
        <pc:spChg chg="mod">
          <ac:chgData name="Jonathan Luo" userId="965c2bd4afd3f5b7" providerId="LiveId" clId="{DE97829A-D5E1-4A66-9C6D-0D91D5ECCA8C}" dt="2025-05-02T10:39:54.976" v="880" actId="1038"/>
          <ac:spMkLst>
            <pc:docMk/>
            <pc:sldMk cId="3094694806" sldId="263"/>
            <ac:spMk id="21" creationId="{BB868F45-8048-F8E9-2258-1F611C655AF3}"/>
          </ac:spMkLst>
        </pc:spChg>
        <pc:spChg chg="mod">
          <ac:chgData name="Jonathan Luo" userId="965c2bd4afd3f5b7" providerId="LiveId" clId="{DE97829A-D5E1-4A66-9C6D-0D91D5ECCA8C}" dt="2025-05-02T10:39:54.976" v="880" actId="1038"/>
          <ac:spMkLst>
            <pc:docMk/>
            <pc:sldMk cId="3094694806" sldId="263"/>
            <ac:spMk id="22" creationId="{10E30E38-447B-3A15-E4BC-2D349BD55B98}"/>
          </ac:spMkLst>
        </pc:spChg>
        <pc:spChg chg="mod">
          <ac:chgData name="Jonathan Luo" userId="965c2bd4afd3f5b7" providerId="LiveId" clId="{DE97829A-D5E1-4A66-9C6D-0D91D5ECCA8C}" dt="2025-05-02T10:39:16.311" v="739" actId="1037"/>
          <ac:spMkLst>
            <pc:docMk/>
            <pc:sldMk cId="3094694806" sldId="263"/>
            <ac:spMk id="24" creationId="{B649F85A-50D1-8347-C4AD-BC3C64C4DD3F}"/>
          </ac:spMkLst>
        </pc:spChg>
        <pc:spChg chg="mod">
          <ac:chgData name="Jonathan Luo" userId="965c2bd4afd3f5b7" providerId="LiveId" clId="{DE97829A-D5E1-4A66-9C6D-0D91D5ECCA8C}" dt="2025-05-02T10:39:54.976" v="880" actId="1038"/>
          <ac:spMkLst>
            <pc:docMk/>
            <pc:sldMk cId="3094694806" sldId="263"/>
            <ac:spMk id="35" creationId="{64E22E7D-C109-521F-FF7F-C9A63247C4BA}"/>
          </ac:spMkLst>
        </pc:spChg>
        <pc:spChg chg="mod">
          <ac:chgData name="Jonathan Luo" userId="965c2bd4afd3f5b7" providerId="LiveId" clId="{DE97829A-D5E1-4A66-9C6D-0D91D5ECCA8C}" dt="2025-05-02T10:39:33.381" v="831" actId="1038"/>
          <ac:spMkLst>
            <pc:docMk/>
            <pc:sldMk cId="3094694806" sldId="263"/>
            <ac:spMk id="43" creationId="{39ACEC34-070A-803C-6020-FE788093AAE1}"/>
          </ac:spMkLst>
        </pc:spChg>
        <pc:spChg chg="mod">
          <ac:chgData name="Jonathan Luo" userId="965c2bd4afd3f5b7" providerId="LiveId" clId="{DE97829A-D5E1-4A66-9C6D-0D91D5ECCA8C}" dt="2025-05-02T10:39:54.976" v="880" actId="1038"/>
          <ac:spMkLst>
            <pc:docMk/>
            <pc:sldMk cId="3094694806" sldId="263"/>
            <ac:spMk id="44" creationId="{F6C5BBB2-123B-9876-10E0-381EBC7956D7}"/>
          </ac:spMkLst>
        </pc:spChg>
        <pc:spChg chg="mod">
          <ac:chgData name="Jonathan Luo" userId="965c2bd4afd3f5b7" providerId="LiveId" clId="{DE97829A-D5E1-4A66-9C6D-0D91D5ECCA8C}" dt="2025-05-02T10:39:54.976" v="880" actId="1038"/>
          <ac:spMkLst>
            <pc:docMk/>
            <pc:sldMk cId="3094694806" sldId="263"/>
            <ac:spMk id="45" creationId="{4EC61A22-0888-A0F9-F6AD-E261C61943AB}"/>
          </ac:spMkLst>
        </pc:spChg>
        <pc:picChg chg="add del mod">
          <ac:chgData name="Jonathan Luo" userId="965c2bd4afd3f5b7" providerId="LiveId" clId="{DE97829A-D5E1-4A66-9C6D-0D91D5ECCA8C}" dt="2025-05-02T10:39:01.879" v="735" actId="21"/>
          <ac:picMkLst>
            <pc:docMk/>
            <pc:sldMk cId="3094694806" sldId="263"/>
            <ac:picMk id="47" creationId="{BAF704B2-2794-E4A4-1EC1-7508BF326038}"/>
          </ac:picMkLst>
        </pc:picChg>
      </pc:sldChg>
      <pc:sldChg chg="addSp delSp modSp mod">
        <pc:chgData name="Jonathan Luo" userId="965c2bd4afd3f5b7" providerId="LiveId" clId="{DE97829A-D5E1-4A66-9C6D-0D91D5ECCA8C}" dt="2025-05-02T10:54:12.486" v="1400" actId="14100"/>
        <pc:sldMkLst>
          <pc:docMk/>
          <pc:sldMk cId="764202036" sldId="264"/>
        </pc:sldMkLst>
        <pc:spChg chg="del">
          <ac:chgData name="Jonathan Luo" userId="965c2bd4afd3f5b7" providerId="LiveId" clId="{DE97829A-D5E1-4A66-9C6D-0D91D5ECCA8C}" dt="2025-05-02T10:53:55.178" v="1395" actId="478"/>
          <ac:spMkLst>
            <pc:docMk/>
            <pc:sldMk cId="764202036" sldId="264"/>
            <ac:spMk id="3" creationId="{8C097B02-F766-FFA1-BFD4-0877E4325137}"/>
          </ac:spMkLst>
        </pc:spChg>
        <pc:picChg chg="add mod">
          <ac:chgData name="Jonathan Luo" userId="965c2bd4afd3f5b7" providerId="LiveId" clId="{DE97829A-D5E1-4A66-9C6D-0D91D5ECCA8C}" dt="2025-05-02T10:54:12.486" v="1400" actId="14100"/>
          <ac:picMkLst>
            <pc:docMk/>
            <pc:sldMk cId="764202036" sldId="264"/>
            <ac:picMk id="5" creationId="{E433B984-4980-9A70-09E1-F1F33B1DD1F2}"/>
          </ac:picMkLst>
        </pc:picChg>
      </pc:sldChg>
      <pc:sldChg chg="addSp modSp mod">
        <pc:chgData name="Jonathan Luo" userId="965c2bd4afd3f5b7" providerId="LiveId" clId="{DE97829A-D5E1-4A66-9C6D-0D91D5ECCA8C}" dt="2025-05-02T18:20:06.908" v="7962" actId="20577"/>
        <pc:sldMkLst>
          <pc:docMk/>
          <pc:sldMk cId="2655233783" sldId="265"/>
        </pc:sldMkLst>
        <pc:spChg chg="mod">
          <ac:chgData name="Jonathan Luo" userId="965c2bd4afd3f5b7" providerId="LiveId" clId="{DE97829A-D5E1-4A66-9C6D-0D91D5ECCA8C}" dt="2025-05-02T18:18:33.252" v="7961" actId="20577"/>
          <ac:spMkLst>
            <pc:docMk/>
            <pc:sldMk cId="2655233783" sldId="265"/>
            <ac:spMk id="2" creationId="{9E31F286-847E-6837-02F6-D99E70BE6154}"/>
          </ac:spMkLst>
        </pc:spChg>
        <pc:spChg chg="mod">
          <ac:chgData name="Jonathan Luo" userId="965c2bd4afd3f5b7" providerId="LiveId" clId="{DE97829A-D5E1-4A66-9C6D-0D91D5ECCA8C}" dt="2025-05-02T17:08:31.027" v="7833" actId="207"/>
          <ac:spMkLst>
            <pc:docMk/>
            <pc:sldMk cId="2655233783" sldId="265"/>
            <ac:spMk id="13" creationId="{2592DAB3-2765-AB94-6491-EB9A1630844A}"/>
          </ac:spMkLst>
        </pc:spChg>
        <pc:spChg chg="mod">
          <ac:chgData name="Jonathan Luo" userId="965c2bd4afd3f5b7" providerId="LiveId" clId="{DE97829A-D5E1-4A66-9C6D-0D91D5ECCA8C}" dt="2025-05-02T18:20:06.908" v="7962" actId="20577"/>
          <ac:spMkLst>
            <pc:docMk/>
            <pc:sldMk cId="2655233783" sldId="265"/>
            <ac:spMk id="21" creationId="{1B6DB4CB-C775-1B22-117D-8584D9D3A830}"/>
          </ac:spMkLst>
        </pc:spChg>
        <pc:spChg chg="mod">
          <ac:chgData name="Jonathan Luo" userId="965c2bd4afd3f5b7" providerId="LiveId" clId="{DE97829A-D5E1-4A66-9C6D-0D91D5ECCA8C}" dt="2025-05-02T10:26:25.957" v="476" actId="1036"/>
          <ac:spMkLst>
            <pc:docMk/>
            <pc:sldMk cId="2655233783" sldId="265"/>
            <ac:spMk id="24" creationId="{073E5D26-EDFC-0709-CEA6-C7CD219430C1}"/>
          </ac:spMkLst>
        </pc:spChg>
        <pc:spChg chg="mod">
          <ac:chgData name="Jonathan Luo" userId="965c2bd4afd3f5b7" providerId="LiveId" clId="{DE97829A-D5E1-4A66-9C6D-0D91D5ECCA8C}" dt="2025-05-02T10:26:25.957" v="476" actId="1036"/>
          <ac:spMkLst>
            <pc:docMk/>
            <pc:sldMk cId="2655233783" sldId="265"/>
            <ac:spMk id="25" creationId="{1C8423E2-44E7-4A13-29E8-B7CE5865ED4F}"/>
          </ac:spMkLst>
        </pc:spChg>
        <pc:spChg chg="mod">
          <ac:chgData name="Jonathan Luo" userId="965c2bd4afd3f5b7" providerId="LiveId" clId="{DE97829A-D5E1-4A66-9C6D-0D91D5ECCA8C}" dt="2025-05-02T10:26:33.251" v="479" actId="1076"/>
          <ac:spMkLst>
            <pc:docMk/>
            <pc:sldMk cId="2655233783" sldId="265"/>
            <ac:spMk id="31" creationId="{FA4056F3-D400-6F77-A527-48AB02125CA0}"/>
          </ac:spMkLst>
        </pc:spChg>
        <pc:spChg chg="mod">
          <ac:chgData name="Jonathan Luo" userId="965c2bd4afd3f5b7" providerId="LiveId" clId="{DE97829A-D5E1-4A66-9C6D-0D91D5ECCA8C}" dt="2025-05-02T10:26:25.957" v="476" actId="1036"/>
          <ac:spMkLst>
            <pc:docMk/>
            <pc:sldMk cId="2655233783" sldId="265"/>
            <ac:spMk id="32" creationId="{CD9D8FBC-A250-FA6B-FAA5-4A11CCB3EFB5}"/>
          </ac:spMkLst>
        </pc:spChg>
        <pc:spChg chg="mod">
          <ac:chgData name="Jonathan Luo" userId="965c2bd4afd3f5b7" providerId="LiveId" clId="{DE97829A-D5E1-4A66-9C6D-0D91D5ECCA8C}" dt="2025-05-02T10:26:25.957" v="476" actId="1036"/>
          <ac:spMkLst>
            <pc:docMk/>
            <pc:sldMk cId="2655233783" sldId="265"/>
            <ac:spMk id="33" creationId="{983B3CB3-8BD0-DBE0-40E2-7F32B49CB566}"/>
          </ac:spMkLst>
        </pc:spChg>
        <pc:spChg chg="mod">
          <ac:chgData name="Jonathan Luo" userId="965c2bd4afd3f5b7" providerId="LiveId" clId="{DE97829A-D5E1-4A66-9C6D-0D91D5ECCA8C}" dt="2025-05-02T10:26:25.957" v="476" actId="1036"/>
          <ac:spMkLst>
            <pc:docMk/>
            <pc:sldMk cId="2655233783" sldId="265"/>
            <ac:spMk id="35" creationId="{D042BA60-3C52-2EE2-E706-05085F6AC8BA}"/>
          </ac:spMkLst>
        </pc:spChg>
        <pc:spChg chg="add mod">
          <ac:chgData name="Jonathan Luo" userId="965c2bd4afd3f5b7" providerId="LiveId" clId="{DE97829A-D5E1-4A66-9C6D-0D91D5ECCA8C}" dt="2025-05-02T10:27:54.631" v="526" actId="1076"/>
          <ac:spMkLst>
            <pc:docMk/>
            <pc:sldMk cId="2655233783" sldId="265"/>
            <ac:spMk id="37" creationId="{7A4CEBE6-CDBE-50B9-0F37-AA64F5BF1ABB}"/>
          </ac:spMkLst>
        </pc:spChg>
        <pc:spChg chg="add mod">
          <ac:chgData name="Jonathan Luo" userId="965c2bd4afd3f5b7" providerId="LiveId" clId="{DE97829A-D5E1-4A66-9C6D-0D91D5ECCA8C}" dt="2025-05-02T10:43:09.656" v="1043" actId="1076"/>
          <ac:spMkLst>
            <pc:docMk/>
            <pc:sldMk cId="2655233783" sldId="265"/>
            <ac:spMk id="38" creationId="{5336DF22-3498-B91A-A28C-BB2B7C78D653}"/>
          </ac:spMkLst>
        </pc:spChg>
        <pc:picChg chg="mod">
          <ac:chgData name="Jonathan Luo" userId="965c2bd4afd3f5b7" providerId="LiveId" clId="{DE97829A-D5E1-4A66-9C6D-0D91D5ECCA8C}" dt="2025-05-02T10:26:25.957" v="476" actId="1036"/>
          <ac:picMkLst>
            <pc:docMk/>
            <pc:sldMk cId="2655233783" sldId="265"/>
            <ac:picMk id="26" creationId="{A702108D-9BE8-A389-4C27-95616F046C56}"/>
          </ac:picMkLst>
        </pc:picChg>
        <pc:cxnChg chg="mod">
          <ac:chgData name="Jonathan Luo" userId="965c2bd4afd3f5b7" providerId="LiveId" clId="{DE97829A-D5E1-4A66-9C6D-0D91D5ECCA8C}" dt="2025-05-02T10:27:25.907" v="511" actId="1035"/>
          <ac:cxnSpMkLst>
            <pc:docMk/>
            <pc:sldMk cId="2655233783" sldId="265"/>
            <ac:cxnSpMk id="23" creationId="{EC9A345E-9D47-4DB8-6D04-A92D86C7BEFB}"/>
          </ac:cxnSpMkLst>
        </pc:cxnChg>
        <pc:cxnChg chg="mod">
          <ac:chgData name="Jonathan Luo" userId="965c2bd4afd3f5b7" providerId="LiveId" clId="{DE97829A-D5E1-4A66-9C6D-0D91D5ECCA8C}" dt="2025-05-02T10:26:25.957" v="476" actId="1036"/>
          <ac:cxnSpMkLst>
            <pc:docMk/>
            <pc:sldMk cId="2655233783" sldId="265"/>
            <ac:cxnSpMk id="27" creationId="{824AE865-74D6-5207-8BC5-384922D469B7}"/>
          </ac:cxnSpMkLst>
        </pc:cxnChg>
        <pc:cxnChg chg="mod">
          <ac:chgData name="Jonathan Luo" userId="965c2bd4afd3f5b7" providerId="LiveId" clId="{DE97829A-D5E1-4A66-9C6D-0D91D5ECCA8C}" dt="2025-05-02T10:26:25.957" v="476" actId="1036"/>
          <ac:cxnSpMkLst>
            <pc:docMk/>
            <pc:sldMk cId="2655233783" sldId="265"/>
            <ac:cxnSpMk id="36" creationId="{F7AC12BD-F038-A372-5450-F5FC3CAC2094}"/>
          </ac:cxnSpMkLst>
        </pc:cxnChg>
      </pc:sldChg>
      <pc:sldChg chg="addSp delSp modSp mod">
        <pc:chgData name="Jonathan Luo" userId="965c2bd4afd3f5b7" providerId="LiveId" clId="{DE97829A-D5E1-4A66-9C6D-0D91D5ECCA8C}" dt="2025-05-02T17:13:42.743" v="7882" actId="1076"/>
        <pc:sldMkLst>
          <pc:docMk/>
          <pc:sldMk cId="829239097" sldId="266"/>
        </pc:sldMkLst>
        <pc:spChg chg="mod">
          <ac:chgData name="Jonathan Luo" userId="965c2bd4afd3f5b7" providerId="LiveId" clId="{DE97829A-D5E1-4A66-9C6D-0D91D5ECCA8C}" dt="2025-05-02T10:21:50.442" v="104" actId="20577"/>
          <ac:spMkLst>
            <pc:docMk/>
            <pc:sldMk cId="829239097" sldId="266"/>
            <ac:spMk id="2" creationId="{10140FB6-04D9-BD60-406F-7127AEA56D6A}"/>
          </ac:spMkLst>
        </pc:spChg>
        <pc:spChg chg="add mod">
          <ac:chgData name="Jonathan Luo" userId="965c2bd4afd3f5b7" providerId="LiveId" clId="{DE97829A-D5E1-4A66-9C6D-0D91D5ECCA8C}" dt="2025-05-02T17:11:46.092" v="7855" actId="1076"/>
          <ac:spMkLst>
            <pc:docMk/>
            <pc:sldMk cId="829239097" sldId="266"/>
            <ac:spMk id="3" creationId="{4E460273-AFF5-44D6-7460-24D207E7472D}"/>
          </ac:spMkLst>
        </pc:spChg>
        <pc:spChg chg="add mod">
          <ac:chgData name="Jonathan Luo" userId="965c2bd4afd3f5b7" providerId="LiveId" clId="{DE97829A-D5E1-4A66-9C6D-0D91D5ECCA8C}" dt="2025-05-02T17:11:53.374" v="7856" actId="1582"/>
          <ac:spMkLst>
            <pc:docMk/>
            <pc:sldMk cId="829239097" sldId="266"/>
            <ac:spMk id="4" creationId="{F906B4BF-B9C4-F0ED-16E0-ECFD1CD34BA6}"/>
          </ac:spMkLst>
        </pc:spChg>
        <pc:spChg chg="add mod">
          <ac:chgData name="Jonathan Luo" userId="965c2bd4afd3f5b7" providerId="LiveId" clId="{DE97829A-D5E1-4A66-9C6D-0D91D5ECCA8C}" dt="2025-05-02T16:49:45.806" v="6328" actId="1036"/>
          <ac:spMkLst>
            <pc:docMk/>
            <pc:sldMk cId="829239097" sldId="266"/>
            <ac:spMk id="6" creationId="{D4219E8D-96F7-11A6-CA5D-2CC3DFA080E2}"/>
          </ac:spMkLst>
        </pc:spChg>
        <pc:spChg chg="mod">
          <ac:chgData name="Jonathan Luo" userId="965c2bd4afd3f5b7" providerId="LiveId" clId="{DE97829A-D5E1-4A66-9C6D-0D91D5ECCA8C}" dt="2025-05-02T10:42:09.941" v="1031" actId="1038"/>
          <ac:spMkLst>
            <pc:docMk/>
            <pc:sldMk cId="829239097" sldId="266"/>
            <ac:spMk id="7" creationId="{D8D585EF-66D7-D97E-20BE-252FFB59AE64}"/>
          </ac:spMkLst>
        </pc:spChg>
        <pc:spChg chg="mod">
          <ac:chgData name="Jonathan Luo" userId="965c2bd4afd3f5b7" providerId="LiveId" clId="{DE97829A-D5E1-4A66-9C6D-0D91D5ECCA8C}" dt="2025-05-02T10:41:36.483" v="922" actId="1038"/>
          <ac:spMkLst>
            <pc:docMk/>
            <pc:sldMk cId="829239097" sldId="266"/>
            <ac:spMk id="9" creationId="{B7603746-F2CA-4AE0-4C9E-498CBE8C9739}"/>
          </ac:spMkLst>
        </pc:spChg>
        <pc:spChg chg="add mod ord">
          <ac:chgData name="Jonathan Luo" userId="965c2bd4afd3f5b7" providerId="LiveId" clId="{DE97829A-D5E1-4A66-9C6D-0D91D5ECCA8C}" dt="2025-05-02T10:46:07.692" v="1133" actId="1037"/>
          <ac:spMkLst>
            <pc:docMk/>
            <pc:sldMk cId="829239097" sldId="266"/>
            <ac:spMk id="10" creationId="{03CE2F5D-875C-B56C-593E-548EED5C2C62}"/>
          </ac:spMkLst>
        </pc:spChg>
        <pc:spChg chg="mod">
          <ac:chgData name="Jonathan Luo" userId="965c2bd4afd3f5b7" providerId="LiveId" clId="{DE97829A-D5E1-4A66-9C6D-0D91D5ECCA8C}" dt="2025-05-02T17:08:55.231" v="7834" actId="207"/>
          <ac:spMkLst>
            <pc:docMk/>
            <pc:sldMk cId="829239097" sldId="266"/>
            <ac:spMk id="12" creationId="{FC68B003-9B81-D739-61F6-A94613EAAE15}"/>
          </ac:spMkLst>
        </pc:spChg>
        <pc:spChg chg="mod">
          <ac:chgData name="Jonathan Luo" userId="965c2bd4afd3f5b7" providerId="LiveId" clId="{DE97829A-D5E1-4A66-9C6D-0D91D5ECCA8C}" dt="2025-05-02T10:41:58.765" v="1021" actId="1037"/>
          <ac:spMkLst>
            <pc:docMk/>
            <pc:sldMk cId="829239097" sldId="266"/>
            <ac:spMk id="14" creationId="{EB9B4A9D-112C-E348-4347-5F71122C0A7D}"/>
          </ac:spMkLst>
        </pc:spChg>
        <pc:spChg chg="mod">
          <ac:chgData name="Jonathan Luo" userId="965c2bd4afd3f5b7" providerId="LiveId" clId="{DE97829A-D5E1-4A66-9C6D-0D91D5ECCA8C}" dt="2025-05-02T10:42:09.941" v="1031" actId="1038"/>
          <ac:spMkLst>
            <pc:docMk/>
            <pc:sldMk cId="829239097" sldId="266"/>
            <ac:spMk id="15" creationId="{7426A682-B8B0-3F73-7DE2-612F764374F0}"/>
          </ac:spMkLst>
        </pc:spChg>
        <pc:spChg chg="mod">
          <ac:chgData name="Jonathan Luo" userId="965c2bd4afd3f5b7" providerId="LiveId" clId="{DE97829A-D5E1-4A66-9C6D-0D91D5ECCA8C}" dt="2025-05-02T10:42:09.941" v="1031" actId="1038"/>
          <ac:spMkLst>
            <pc:docMk/>
            <pc:sldMk cId="829239097" sldId="266"/>
            <ac:spMk id="16" creationId="{6482163D-FAC3-6C23-F442-93177B6ED842}"/>
          </ac:spMkLst>
        </pc:spChg>
        <pc:spChg chg="del">
          <ac:chgData name="Jonathan Luo" userId="965c2bd4afd3f5b7" providerId="LiveId" clId="{DE97829A-D5E1-4A66-9C6D-0D91D5ECCA8C}" dt="2025-05-02T10:41:26.580" v="883" actId="478"/>
          <ac:spMkLst>
            <pc:docMk/>
            <pc:sldMk cId="829239097" sldId="266"/>
            <ac:spMk id="17" creationId="{06AEA980-3A57-092C-7D4D-E9A5AE53BD36}"/>
          </ac:spMkLst>
        </pc:spChg>
        <pc:spChg chg="mod">
          <ac:chgData name="Jonathan Luo" userId="965c2bd4afd3f5b7" providerId="LiveId" clId="{DE97829A-D5E1-4A66-9C6D-0D91D5ECCA8C}" dt="2025-05-02T10:41:36.483" v="922" actId="1038"/>
          <ac:spMkLst>
            <pc:docMk/>
            <pc:sldMk cId="829239097" sldId="266"/>
            <ac:spMk id="18" creationId="{C2ED0EE1-1748-EEB2-4F41-B536E8EBDF5A}"/>
          </ac:spMkLst>
        </pc:spChg>
        <pc:spChg chg="mod">
          <ac:chgData name="Jonathan Luo" userId="965c2bd4afd3f5b7" providerId="LiveId" clId="{DE97829A-D5E1-4A66-9C6D-0D91D5ECCA8C}" dt="2025-05-02T10:19:17.526" v="7" actId="1582"/>
          <ac:spMkLst>
            <pc:docMk/>
            <pc:sldMk cId="829239097" sldId="266"/>
            <ac:spMk id="19" creationId="{06AA850E-037D-1D31-470D-E4EA633F6073}"/>
          </ac:spMkLst>
        </pc:spChg>
        <pc:spChg chg="mod">
          <ac:chgData name="Jonathan Luo" userId="965c2bd4afd3f5b7" providerId="LiveId" clId="{DE97829A-D5E1-4A66-9C6D-0D91D5ECCA8C}" dt="2025-05-02T10:19:17.526" v="7" actId="1582"/>
          <ac:spMkLst>
            <pc:docMk/>
            <pc:sldMk cId="829239097" sldId="266"/>
            <ac:spMk id="20" creationId="{03E05407-D83A-02B1-36E7-F8F8EEC2F898}"/>
          </ac:spMkLst>
        </pc:spChg>
        <pc:spChg chg="mod">
          <ac:chgData name="Jonathan Luo" userId="965c2bd4afd3f5b7" providerId="LiveId" clId="{DE97829A-D5E1-4A66-9C6D-0D91D5ECCA8C}" dt="2025-05-02T10:19:17.526" v="7" actId="1582"/>
          <ac:spMkLst>
            <pc:docMk/>
            <pc:sldMk cId="829239097" sldId="266"/>
            <ac:spMk id="21" creationId="{D573C952-73DC-E957-57E7-84AB875148B0}"/>
          </ac:spMkLst>
        </pc:spChg>
        <pc:spChg chg="mod">
          <ac:chgData name="Jonathan Luo" userId="965c2bd4afd3f5b7" providerId="LiveId" clId="{DE97829A-D5E1-4A66-9C6D-0D91D5ECCA8C}" dt="2025-05-02T10:41:36.483" v="922" actId="1038"/>
          <ac:spMkLst>
            <pc:docMk/>
            <pc:sldMk cId="829239097" sldId="266"/>
            <ac:spMk id="22" creationId="{459E6F9A-B702-CAC4-CCE8-75ECE5DC9C62}"/>
          </ac:spMkLst>
        </pc:spChg>
        <pc:spChg chg="mod">
          <ac:chgData name="Jonathan Luo" userId="965c2bd4afd3f5b7" providerId="LiveId" clId="{DE97829A-D5E1-4A66-9C6D-0D91D5ECCA8C}" dt="2025-05-02T10:41:36.483" v="922" actId="1038"/>
          <ac:spMkLst>
            <pc:docMk/>
            <pc:sldMk cId="829239097" sldId="266"/>
            <ac:spMk id="24" creationId="{5D8BA39C-263D-AF00-7089-52E7018610AE}"/>
          </ac:spMkLst>
        </pc:spChg>
        <pc:spChg chg="mod">
          <ac:chgData name="Jonathan Luo" userId="965c2bd4afd3f5b7" providerId="LiveId" clId="{DE97829A-D5E1-4A66-9C6D-0D91D5ECCA8C}" dt="2025-05-02T10:41:36.483" v="922" actId="1038"/>
          <ac:spMkLst>
            <pc:docMk/>
            <pc:sldMk cId="829239097" sldId="266"/>
            <ac:spMk id="35" creationId="{D65697CC-783B-D146-DD48-2A3A27C5709D}"/>
          </ac:spMkLst>
        </pc:spChg>
        <pc:spChg chg="add mod">
          <ac:chgData name="Jonathan Luo" userId="965c2bd4afd3f5b7" providerId="LiveId" clId="{DE97829A-D5E1-4A66-9C6D-0D91D5ECCA8C}" dt="2025-05-02T10:45:48.047" v="1119" actId="1076"/>
          <ac:spMkLst>
            <pc:docMk/>
            <pc:sldMk cId="829239097" sldId="266"/>
            <ac:spMk id="36" creationId="{C809EC8D-F46B-DF06-3751-74844981845A}"/>
          </ac:spMkLst>
        </pc:spChg>
        <pc:spChg chg="mod">
          <ac:chgData name="Jonathan Luo" userId="965c2bd4afd3f5b7" providerId="LiveId" clId="{DE97829A-D5E1-4A66-9C6D-0D91D5ECCA8C}" dt="2025-05-02T10:41:36.483" v="922" actId="1038"/>
          <ac:spMkLst>
            <pc:docMk/>
            <pc:sldMk cId="829239097" sldId="266"/>
            <ac:spMk id="41" creationId="{1AA466D0-9599-D7DB-B86A-40762C5B28AD}"/>
          </ac:spMkLst>
        </pc:spChg>
        <pc:spChg chg="mod">
          <ac:chgData name="Jonathan Luo" userId="965c2bd4afd3f5b7" providerId="LiveId" clId="{DE97829A-D5E1-4A66-9C6D-0D91D5ECCA8C}" dt="2025-05-02T10:42:09.941" v="1031" actId="1038"/>
          <ac:spMkLst>
            <pc:docMk/>
            <pc:sldMk cId="829239097" sldId="266"/>
            <ac:spMk id="42" creationId="{7BA14759-DD5A-38AD-C211-69E505FA1DD0}"/>
          </ac:spMkLst>
        </pc:spChg>
        <pc:spChg chg="mod">
          <ac:chgData name="Jonathan Luo" userId="965c2bd4afd3f5b7" providerId="LiveId" clId="{DE97829A-D5E1-4A66-9C6D-0D91D5ECCA8C}" dt="2025-05-02T10:41:44.231" v="923" actId="1076"/>
          <ac:spMkLst>
            <pc:docMk/>
            <pc:sldMk cId="829239097" sldId="266"/>
            <ac:spMk id="43" creationId="{B0A970EC-758E-C130-A5BF-EF586AD085A8}"/>
          </ac:spMkLst>
        </pc:spChg>
        <pc:spChg chg="mod">
          <ac:chgData name="Jonathan Luo" userId="965c2bd4afd3f5b7" providerId="LiveId" clId="{DE97829A-D5E1-4A66-9C6D-0D91D5ECCA8C}" dt="2025-05-02T10:42:09.941" v="1031" actId="1038"/>
          <ac:spMkLst>
            <pc:docMk/>
            <pc:sldMk cId="829239097" sldId="266"/>
            <ac:spMk id="44" creationId="{25A93538-FC71-DA8F-0AC9-DE62AE86D4C2}"/>
          </ac:spMkLst>
        </pc:spChg>
        <pc:spChg chg="add mod">
          <ac:chgData name="Jonathan Luo" userId="965c2bd4afd3f5b7" providerId="LiveId" clId="{DE97829A-D5E1-4A66-9C6D-0D91D5ECCA8C}" dt="2025-05-02T11:27:15.930" v="2328" actId="207"/>
          <ac:spMkLst>
            <pc:docMk/>
            <pc:sldMk cId="829239097" sldId="266"/>
            <ac:spMk id="46" creationId="{08F700AF-0036-6B07-3462-4BD507B1711E}"/>
          </ac:spMkLst>
        </pc:spChg>
        <pc:spChg chg="add mod">
          <ac:chgData name="Jonathan Luo" userId="965c2bd4afd3f5b7" providerId="LiveId" clId="{DE97829A-D5E1-4A66-9C6D-0D91D5ECCA8C}" dt="2025-05-02T11:27:21.542" v="2330" actId="207"/>
          <ac:spMkLst>
            <pc:docMk/>
            <pc:sldMk cId="829239097" sldId="266"/>
            <ac:spMk id="47" creationId="{BA93D820-B4E1-5014-F63E-7EC30DEB1AB8}"/>
          </ac:spMkLst>
        </pc:spChg>
        <pc:spChg chg="add mod">
          <ac:chgData name="Jonathan Luo" userId="965c2bd4afd3f5b7" providerId="LiveId" clId="{DE97829A-D5E1-4A66-9C6D-0D91D5ECCA8C}" dt="2025-05-02T10:52:40.443" v="1393" actId="1076"/>
          <ac:spMkLst>
            <pc:docMk/>
            <pc:sldMk cId="829239097" sldId="266"/>
            <ac:spMk id="48" creationId="{60AD3B77-0D89-6E29-063B-618EC5D0CB88}"/>
          </ac:spMkLst>
        </pc:spChg>
        <pc:spChg chg="add mod">
          <ac:chgData name="Jonathan Luo" userId="965c2bd4afd3f5b7" providerId="LiveId" clId="{DE97829A-D5E1-4A66-9C6D-0D91D5ECCA8C}" dt="2025-05-02T17:13:42.743" v="7882" actId="1076"/>
          <ac:spMkLst>
            <pc:docMk/>
            <pc:sldMk cId="829239097" sldId="266"/>
            <ac:spMk id="50" creationId="{EE428216-4293-10CE-AE50-5D5FBEFA606A}"/>
          </ac:spMkLst>
        </pc:spChg>
        <pc:picChg chg="add mod">
          <ac:chgData name="Jonathan Luo" userId="965c2bd4afd3f5b7" providerId="LiveId" clId="{DE97829A-D5E1-4A66-9C6D-0D91D5ECCA8C}" dt="2025-05-02T10:46:07.692" v="1133" actId="1037"/>
          <ac:picMkLst>
            <pc:docMk/>
            <pc:sldMk cId="829239097" sldId="266"/>
            <ac:picMk id="5" creationId="{0563458D-6E0C-C797-6220-BBD2155D0DFD}"/>
          </ac:picMkLst>
        </pc:picChg>
        <pc:picChg chg="mod">
          <ac:chgData name="Jonathan Luo" userId="965c2bd4afd3f5b7" providerId="LiveId" clId="{DE97829A-D5E1-4A66-9C6D-0D91D5ECCA8C}" dt="2025-05-02T10:42:09.941" v="1031" actId="1038"/>
          <ac:picMkLst>
            <pc:docMk/>
            <pc:sldMk cId="829239097" sldId="266"/>
            <ac:picMk id="4100" creationId="{EEBF3B5A-A7A2-E99D-4FFD-BD410EC843D7}"/>
          </ac:picMkLst>
        </pc:picChg>
        <pc:cxnChg chg="add mod">
          <ac:chgData name="Jonathan Luo" userId="965c2bd4afd3f5b7" providerId="LiveId" clId="{DE97829A-D5E1-4A66-9C6D-0D91D5ECCA8C}" dt="2025-05-02T10:46:07.692" v="1133" actId="1037"/>
          <ac:cxnSpMkLst>
            <pc:docMk/>
            <pc:sldMk cId="829239097" sldId="266"/>
            <ac:cxnSpMk id="11" creationId="{E37B51C2-8013-310F-1CE8-17BCE2E88EDE}"/>
          </ac:cxnSpMkLst>
        </pc:cxnChg>
        <pc:cxnChg chg="add mod">
          <ac:chgData name="Jonathan Luo" userId="965c2bd4afd3f5b7" providerId="LiveId" clId="{DE97829A-D5E1-4A66-9C6D-0D91D5ECCA8C}" dt="2025-05-02T10:52:51.517" v="1394" actId="14100"/>
          <ac:cxnSpMkLst>
            <pc:docMk/>
            <pc:sldMk cId="829239097" sldId="266"/>
            <ac:cxnSpMk id="26" creationId="{26B95939-FEAD-0E35-FD1D-66311AA9D22F}"/>
          </ac:cxnSpMkLst>
        </pc:cxnChg>
        <pc:cxnChg chg="mod">
          <ac:chgData name="Jonathan Luo" userId="965c2bd4afd3f5b7" providerId="LiveId" clId="{DE97829A-D5E1-4A66-9C6D-0D91D5ECCA8C}" dt="2025-05-02T10:28:22.178" v="531" actId="20577"/>
          <ac:cxnSpMkLst>
            <pc:docMk/>
            <pc:sldMk cId="829239097" sldId="266"/>
            <ac:cxnSpMk id="31" creationId="{4079520F-F403-B088-F882-FBA76AB9715A}"/>
          </ac:cxnSpMkLst>
        </pc:cxnChg>
        <pc:cxnChg chg="mod">
          <ac:chgData name="Jonathan Luo" userId="965c2bd4afd3f5b7" providerId="LiveId" clId="{DE97829A-D5E1-4A66-9C6D-0D91D5ECCA8C}" dt="2025-05-02T10:42:09.941" v="1031" actId="1038"/>
          <ac:cxnSpMkLst>
            <pc:docMk/>
            <pc:sldMk cId="829239097" sldId="266"/>
            <ac:cxnSpMk id="33" creationId="{497D1F6E-9994-F59E-6B74-3D42E23CE979}"/>
          </ac:cxnSpMkLst>
        </pc:cxnChg>
        <pc:cxnChg chg="add mod">
          <ac:chgData name="Jonathan Luo" userId="965c2bd4afd3f5b7" providerId="LiveId" clId="{DE97829A-D5E1-4A66-9C6D-0D91D5ECCA8C}" dt="2025-05-02T10:46:07.692" v="1133" actId="1037"/>
          <ac:cxnSpMkLst>
            <pc:docMk/>
            <pc:sldMk cId="829239097" sldId="266"/>
            <ac:cxnSpMk id="38" creationId="{07BF636D-CD52-713C-5502-31E1D2D94E03}"/>
          </ac:cxnSpMkLst>
        </pc:cxnChg>
      </pc:sldChg>
      <pc:sldChg chg="addSp delSp modSp new mod modNotesTx">
        <pc:chgData name="Jonathan Luo" userId="965c2bd4afd3f5b7" providerId="LiveId" clId="{DE97829A-D5E1-4A66-9C6D-0D91D5ECCA8C}" dt="2025-05-02T11:52:47.309" v="3820" actId="313"/>
        <pc:sldMkLst>
          <pc:docMk/>
          <pc:sldMk cId="463466030" sldId="267"/>
        </pc:sldMkLst>
        <pc:spChg chg="mod">
          <ac:chgData name="Jonathan Luo" userId="965c2bd4afd3f5b7" providerId="LiveId" clId="{DE97829A-D5E1-4A66-9C6D-0D91D5ECCA8C}" dt="2025-05-02T11:13:29.455" v="1454" actId="20577"/>
          <ac:spMkLst>
            <pc:docMk/>
            <pc:sldMk cId="463466030" sldId="267"/>
            <ac:spMk id="2" creationId="{5F692DE9-42C6-8D67-C1F5-9B5B5ACCB4B2}"/>
          </ac:spMkLst>
        </pc:spChg>
        <pc:spChg chg="del">
          <ac:chgData name="Jonathan Luo" userId="965c2bd4afd3f5b7" providerId="LiveId" clId="{DE97829A-D5E1-4A66-9C6D-0D91D5ECCA8C}" dt="2025-05-02T11:14:29.042" v="1456" actId="478"/>
          <ac:spMkLst>
            <pc:docMk/>
            <pc:sldMk cId="463466030" sldId="267"/>
            <ac:spMk id="3" creationId="{11D97938-E5AF-FF7F-F624-FF57CAA8C7F6}"/>
          </ac:spMkLst>
        </pc:spChg>
        <pc:spChg chg="add del mod">
          <ac:chgData name="Jonathan Luo" userId="965c2bd4afd3f5b7" providerId="LiveId" clId="{DE97829A-D5E1-4A66-9C6D-0D91D5ECCA8C}" dt="2025-05-02T11:14:29.047" v="1458"/>
          <ac:spMkLst>
            <pc:docMk/>
            <pc:sldMk cId="463466030" sldId="267"/>
            <ac:spMk id="4" creationId="{B1CB3FE0-A154-599C-0F13-3887220C0A1B}"/>
          </ac:spMkLst>
        </pc:spChg>
        <pc:spChg chg="add mod">
          <ac:chgData name="Jonathan Luo" userId="965c2bd4afd3f5b7" providerId="LiveId" clId="{DE97829A-D5E1-4A66-9C6D-0D91D5ECCA8C}" dt="2025-05-02T11:18:16.169" v="1803" actId="1076"/>
          <ac:spMkLst>
            <pc:docMk/>
            <pc:sldMk cId="463466030" sldId="267"/>
            <ac:spMk id="5" creationId="{1692DBEA-BFFB-92D8-45B1-162E02F891EE}"/>
          </ac:spMkLst>
        </pc:spChg>
        <pc:spChg chg="add del mod">
          <ac:chgData name="Jonathan Luo" userId="965c2bd4afd3f5b7" providerId="LiveId" clId="{DE97829A-D5E1-4A66-9C6D-0D91D5ECCA8C}" dt="2025-05-02T11:49:39.162" v="3685" actId="478"/>
          <ac:spMkLst>
            <pc:docMk/>
            <pc:sldMk cId="463466030" sldId="267"/>
            <ac:spMk id="9" creationId="{8405504B-260E-F312-E8B1-7041224134BA}"/>
          </ac:spMkLst>
        </pc:spChg>
        <pc:spChg chg="add mod">
          <ac:chgData name="Jonathan Luo" userId="965c2bd4afd3f5b7" providerId="LiveId" clId="{DE97829A-D5E1-4A66-9C6D-0D91D5ECCA8C}" dt="2025-05-02T11:33:25.425" v="2967" actId="207"/>
          <ac:spMkLst>
            <pc:docMk/>
            <pc:sldMk cId="463466030" sldId="267"/>
            <ac:spMk id="10" creationId="{61C4B9FF-F460-0FEB-CAC0-6D7226F2A78B}"/>
          </ac:spMkLst>
        </pc:spChg>
        <pc:spChg chg="add del">
          <ac:chgData name="Jonathan Luo" userId="965c2bd4afd3f5b7" providerId="LiveId" clId="{DE97829A-D5E1-4A66-9C6D-0D91D5ECCA8C}" dt="2025-05-02T11:36:15.910" v="2977" actId="478"/>
          <ac:spMkLst>
            <pc:docMk/>
            <pc:sldMk cId="463466030" sldId="267"/>
            <ac:spMk id="13" creationId="{86550961-CBC4-22C2-73B2-1761FB703E17}"/>
          </ac:spMkLst>
        </pc:spChg>
        <pc:spChg chg="add mod">
          <ac:chgData name="Jonathan Luo" userId="965c2bd4afd3f5b7" providerId="LiveId" clId="{DE97829A-D5E1-4A66-9C6D-0D91D5ECCA8C}" dt="2025-05-02T11:52:47.309" v="3820" actId="313"/>
          <ac:spMkLst>
            <pc:docMk/>
            <pc:sldMk cId="463466030" sldId="267"/>
            <ac:spMk id="14" creationId="{D8D4CC2A-0070-EE6A-3AA3-F24A3C7D29C4}"/>
          </ac:spMkLst>
        </pc:spChg>
        <pc:spChg chg="add mod">
          <ac:chgData name="Jonathan Luo" userId="965c2bd4afd3f5b7" providerId="LiveId" clId="{DE97829A-D5E1-4A66-9C6D-0D91D5ECCA8C}" dt="2025-05-02T11:50:10.355" v="3702" actId="1076"/>
          <ac:spMkLst>
            <pc:docMk/>
            <pc:sldMk cId="463466030" sldId="267"/>
            <ac:spMk id="15" creationId="{A1257343-BD00-057F-87BC-21FA99ED9124}"/>
          </ac:spMkLst>
        </pc:spChg>
        <pc:spChg chg="add mod">
          <ac:chgData name="Jonathan Luo" userId="965c2bd4afd3f5b7" providerId="LiveId" clId="{DE97829A-D5E1-4A66-9C6D-0D91D5ECCA8C}" dt="2025-05-02T11:52:16.903" v="3818" actId="1076"/>
          <ac:spMkLst>
            <pc:docMk/>
            <pc:sldMk cId="463466030" sldId="267"/>
            <ac:spMk id="16" creationId="{BEFF9A05-D8A8-A30D-8FAC-13DFC1CA7B18}"/>
          </ac:spMkLst>
        </pc:spChg>
        <pc:spChg chg="add mod">
          <ac:chgData name="Jonathan Luo" userId="965c2bd4afd3f5b7" providerId="LiveId" clId="{DE97829A-D5E1-4A66-9C6D-0D91D5ECCA8C}" dt="2025-05-02T11:50:19.996" v="3705" actId="1076"/>
          <ac:spMkLst>
            <pc:docMk/>
            <pc:sldMk cId="463466030" sldId="267"/>
            <ac:spMk id="17" creationId="{6526FA7E-0FB7-136C-E503-BA041D6B2E16}"/>
          </ac:spMkLst>
        </pc:spChg>
        <pc:graphicFrameChg chg="add mod modGraphic">
          <ac:chgData name="Jonathan Luo" userId="965c2bd4afd3f5b7" providerId="LiveId" clId="{DE97829A-D5E1-4A66-9C6D-0D91D5ECCA8C}" dt="2025-05-02T11:24:24.884" v="2033" actId="1035"/>
          <ac:graphicFrameMkLst>
            <pc:docMk/>
            <pc:sldMk cId="463466030" sldId="267"/>
            <ac:graphicFrameMk id="6" creationId="{1BC9AEA1-66E0-1D3B-351F-D94833115686}"/>
          </ac:graphicFrameMkLst>
        </pc:graphicFrameChg>
        <pc:graphicFrameChg chg="add mod modGraphic">
          <ac:chgData name="Jonathan Luo" userId="965c2bd4afd3f5b7" providerId="LiveId" clId="{DE97829A-D5E1-4A66-9C6D-0D91D5ECCA8C}" dt="2025-05-02T11:24:24.884" v="2033" actId="1035"/>
          <ac:graphicFrameMkLst>
            <pc:docMk/>
            <pc:sldMk cId="463466030" sldId="267"/>
            <ac:graphicFrameMk id="7" creationId="{9E8348D9-5714-D087-7F40-9D27B91E008E}"/>
          </ac:graphicFrameMkLst>
        </pc:graphicFrameChg>
        <pc:graphicFrameChg chg="add mod modGraphic">
          <ac:chgData name="Jonathan Luo" userId="965c2bd4afd3f5b7" providerId="LiveId" clId="{DE97829A-D5E1-4A66-9C6D-0D91D5ECCA8C}" dt="2025-05-02T11:24:24.884" v="2033" actId="1035"/>
          <ac:graphicFrameMkLst>
            <pc:docMk/>
            <pc:sldMk cId="463466030" sldId="267"/>
            <ac:graphicFrameMk id="8" creationId="{3BBF86DA-C441-B294-6B47-1B1AC08F7410}"/>
          </ac:graphicFrameMkLst>
        </pc:graphicFrameChg>
        <pc:graphicFrameChg chg="add del modGraphic">
          <ac:chgData name="Jonathan Luo" userId="965c2bd4afd3f5b7" providerId="LiveId" clId="{DE97829A-D5E1-4A66-9C6D-0D91D5ECCA8C}" dt="2025-05-02T11:34:42.876" v="2969" actId="1032"/>
          <ac:graphicFrameMkLst>
            <pc:docMk/>
            <pc:sldMk cId="463466030" sldId="267"/>
            <ac:graphicFrameMk id="11" creationId="{3E1C0E47-E512-5185-DF0C-BE0CA8728B84}"/>
          </ac:graphicFrameMkLst>
        </pc:graphicFrameChg>
        <pc:graphicFrameChg chg="add del mod modGraphic">
          <ac:chgData name="Jonathan Luo" userId="965c2bd4afd3f5b7" providerId="LiveId" clId="{DE97829A-D5E1-4A66-9C6D-0D91D5ECCA8C}" dt="2025-05-02T11:35:43.731" v="2975" actId="478"/>
          <ac:graphicFrameMkLst>
            <pc:docMk/>
            <pc:sldMk cId="463466030" sldId="267"/>
            <ac:graphicFrameMk id="12" creationId="{C549602D-9007-9834-D908-BE5CF3CD39ED}"/>
          </ac:graphicFrameMkLst>
        </pc:graphicFrameChg>
      </pc:sldChg>
      <pc:sldChg chg="addSp modSp new mod ord">
        <pc:chgData name="Jonathan Luo" userId="965c2bd4afd3f5b7" providerId="LiveId" clId="{DE97829A-D5E1-4A66-9C6D-0D91D5ECCA8C}" dt="2025-05-02T16:28:34.179" v="5579" actId="13926"/>
        <pc:sldMkLst>
          <pc:docMk/>
          <pc:sldMk cId="2926683583" sldId="268"/>
        </pc:sldMkLst>
        <pc:spChg chg="mod">
          <ac:chgData name="Jonathan Luo" userId="965c2bd4afd3f5b7" providerId="LiveId" clId="{DE97829A-D5E1-4A66-9C6D-0D91D5ECCA8C}" dt="2025-05-02T10:48:20.552" v="1162" actId="20577"/>
          <ac:spMkLst>
            <pc:docMk/>
            <pc:sldMk cId="2926683583" sldId="268"/>
            <ac:spMk id="2" creationId="{786D7EAF-9136-C6EF-479C-9AE90382CAA3}"/>
          </ac:spMkLst>
        </pc:spChg>
        <pc:spChg chg="mod">
          <ac:chgData name="Jonathan Luo" userId="965c2bd4afd3f5b7" providerId="LiveId" clId="{DE97829A-D5E1-4A66-9C6D-0D91D5ECCA8C}" dt="2025-05-02T16:28:34.179" v="5579" actId="13926"/>
          <ac:spMkLst>
            <pc:docMk/>
            <pc:sldMk cId="2926683583" sldId="268"/>
            <ac:spMk id="3" creationId="{DF58FFCF-ABAC-956E-5ED2-67DE4E596E97}"/>
          </ac:spMkLst>
        </pc:spChg>
        <pc:spChg chg="add mod">
          <ac:chgData name="Jonathan Luo" userId="965c2bd4afd3f5b7" providerId="LiveId" clId="{DE97829A-D5E1-4A66-9C6D-0D91D5ECCA8C}" dt="2025-05-02T11:32:12.594" v="2819" actId="14100"/>
          <ac:spMkLst>
            <pc:docMk/>
            <pc:sldMk cId="2926683583" sldId="268"/>
            <ac:spMk id="4" creationId="{523D1453-F04A-14C3-85C0-0A3C21FA9341}"/>
          </ac:spMkLst>
        </pc:spChg>
      </pc:sldChg>
      <pc:sldChg chg="addSp modSp new mod">
        <pc:chgData name="Jonathan Luo" userId="965c2bd4afd3f5b7" providerId="LiveId" clId="{DE97829A-D5E1-4A66-9C6D-0D91D5ECCA8C}" dt="2025-05-02T18:26:30.811" v="7966" actId="13926"/>
        <pc:sldMkLst>
          <pc:docMk/>
          <pc:sldMk cId="1198246900" sldId="269"/>
        </pc:sldMkLst>
        <pc:spChg chg="mod">
          <ac:chgData name="Jonathan Luo" userId="965c2bd4afd3f5b7" providerId="LiveId" clId="{DE97829A-D5E1-4A66-9C6D-0D91D5ECCA8C}" dt="2025-05-02T10:48:25.484" v="1169" actId="20577"/>
          <ac:spMkLst>
            <pc:docMk/>
            <pc:sldMk cId="1198246900" sldId="269"/>
            <ac:spMk id="2" creationId="{BA75EDA6-4144-1AC2-E3D0-C2832AFDA603}"/>
          </ac:spMkLst>
        </pc:spChg>
        <pc:spChg chg="mod">
          <ac:chgData name="Jonathan Luo" userId="965c2bd4afd3f5b7" providerId="LiveId" clId="{DE97829A-D5E1-4A66-9C6D-0D91D5ECCA8C}" dt="2025-05-02T18:26:30.811" v="7966" actId="13926"/>
          <ac:spMkLst>
            <pc:docMk/>
            <pc:sldMk cId="1198246900" sldId="269"/>
            <ac:spMk id="3" creationId="{7D06F13A-FFA6-6BB5-EAD7-B1B91A562DAD}"/>
          </ac:spMkLst>
        </pc:spChg>
        <pc:spChg chg="add mod">
          <ac:chgData name="Jonathan Luo" userId="965c2bd4afd3f5b7" providerId="LiveId" clId="{DE97829A-D5E1-4A66-9C6D-0D91D5ECCA8C}" dt="2025-05-02T11:31:21.075" v="2729" actId="120"/>
          <ac:spMkLst>
            <pc:docMk/>
            <pc:sldMk cId="1198246900" sldId="269"/>
            <ac:spMk id="4" creationId="{A077805D-5AD3-153F-A141-462EE4923BF1}"/>
          </ac:spMkLst>
        </pc:spChg>
        <pc:spChg chg="add mod">
          <ac:chgData name="Jonathan Luo" userId="965c2bd4afd3f5b7" providerId="LiveId" clId="{DE97829A-D5E1-4A66-9C6D-0D91D5ECCA8C}" dt="2025-05-02T11:31:17.689" v="2728" actId="120"/>
          <ac:spMkLst>
            <pc:docMk/>
            <pc:sldMk cId="1198246900" sldId="269"/>
            <ac:spMk id="5" creationId="{AA2B17B3-8D74-9107-ACD0-EA39873E5367}"/>
          </ac:spMkLst>
        </pc:spChg>
      </pc:sldChg>
      <pc:sldChg chg="delSp modSp new del mod">
        <pc:chgData name="Jonathan Luo" userId="965c2bd4afd3f5b7" providerId="LiveId" clId="{DE97829A-D5E1-4A66-9C6D-0D91D5ECCA8C}" dt="2025-05-02T12:15:33.318" v="5445" actId="47"/>
        <pc:sldMkLst>
          <pc:docMk/>
          <pc:sldMk cId="637132668" sldId="270"/>
        </pc:sldMkLst>
        <pc:spChg chg="mod">
          <ac:chgData name="Jonathan Luo" userId="965c2bd4afd3f5b7" providerId="LiveId" clId="{DE97829A-D5E1-4A66-9C6D-0D91D5ECCA8C}" dt="2025-05-02T11:45:19.486" v="3634" actId="20577"/>
          <ac:spMkLst>
            <pc:docMk/>
            <pc:sldMk cId="637132668" sldId="270"/>
            <ac:spMk id="2" creationId="{EB065AD3-FA67-55E1-F7C5-FD868CFABDB1}"/>
          </ac:spMkLst>
        </pc:spChg>
        <pc:spChg chg="del">
          <ac:chgData name="Jonathan Luo" userId="965c2bd4afd3f5b7" providerId="LiveId" clId="{DE97829A-D5E1-4A66-9C6D-0D91D5ECCA8C}" dt="2025-05-02T11:45:34.494" v="3635" actId="478"/>
          <ac:spMkLst>
            <pc:docMk/>
            <pc:sldMk cId="637132668" sldId="270"/>
            <ac:spMk id="3" creationId="{5285EA02-F437-981F-C048-1528D587E94A}"/>
          </ac:spMkLst>
        </pc:spChg>
      </pc:sldChg>
      <pc:sldChg chg="addSp delSp modSp new mod">
        <pc:chgData name="Jonathan Luo" userId="965c2bd4afd3f5b7" providerId="LiveId" clId="{DE97829A-D5E1-4A66-9C6D-0D91D5ECCA8C}" dt="2025-05-02T17:04:16.408" v="7797" actId="478"/>
        <pc:sldMkLst>
          <pc:docMk/>
          <pc:sldMk cId="3598594484" sldId="271"/>
        </pc:sldMkLst>
        <pc:spChg chg="mod">
          <ac:chgData name="Jonathan Luo" userId="965c2bd4afd3f5b7" providerId="LiveId" clId="{DE97829A-D5E1-4A66-9C6D-0D91D5ECCA8C}" dt="2025-05-02T17:04:00.511" v="7794" actId="20577"/>
          <ac:spMkLst>
            <pc:docMk/>
            <pc:sldMk cId="3598594484" sldId="271"/>
            <ac:spMk id="2" creationId="{727B9AE9-54E2-6401-4A52-7FEA63B192BF}"/>
          </ac:spMkLst>
        </pc:spChg>
        <pc:spChg chg="del">
          <ac:chgData name="Jonathan Luo" userId="965c2bd4afd3f5b7" providerId="LiveId" clId="{DE97829A-D5E1-4A66-9C6D-0D91D5ECCA8C}" dt="2025-05-02T16:31:23.137" v="5584" actId="931"/>
          <ac:spMkLst>
            <pc:docMk/>
            <pc:sldMk cId="3598594484" sldId="271"/>
            <ac:spMk id="3" creationId="{1667BA1D-CF6E-09E0-E306-D58D4B6BF97E}"/>
          </ac:spMkLst>
        </pc:spChg>
        <pc:spChg chg="add mod">
          <ac:chgData name="Jonathan Luo" userId="965c2bd4afd3f5b7" providerId="LiveId" clId="{DE97829A-D5E1-4A66-9C6D-0D91D5ECCA8C}" dt="2025-05-02T16:49:56.105" v="6372" actId="1038"/>
          <ac:spMkLst>
            <pc:docMk/>
            <pc:sldMk cId="3598594484" sldId="271"/>
            <ac:spMk id="6" creationId="{957A4754-73F4-AB98-DF65-0B8210B58960}"/>
          </ac:spMkLst>
        </pc:spChg>
        <pc:spChg chg="add mod">
          <ac:chgData name="Jonathan Luo" userId="965c2bd4afd3f5b7" providerId="LiveId" clId="{DE97829A-D5E1-4A66-9C6D-0D91D5ECCA8C}" dt="2025-05-02T16:49:56.105" v="6372" actId="1038"/>
          <ac:spMkLst>
            <pc:docMk/>
            <pc:sldMk cId="3598594484" sldId="271"/>
            <ac:spMk id="7" creationId="{7081E026-2861-10E9-BD5E-2295C34FA41D}"/>
          </ac:spMkLst>
        </pc:spChg>
        <pc:spChg chg="add del mod">
          <ac:chgData name="Jonathan Luo" userId="965c2bd4afd3f5b7" providerId="LiveId" clId="{DE97829A-D5E1-4A66-9C6D-0D91D5ECCA8C}" dt="2025-05-02T16:37:06.270" v="5679" actId="478"/>
          <ac:spMkLst>
            <pc:docMk/>
            <pc:sldMk cId="3598594484" sldId="271"/>
            <ac:spMk id="8" creationId="{11394DC3-2784-38F2-688F-A43813787E36}"/>
          </ac:spMkLst>
        </pc:spChg>
        <pc:spChg chg="add mod ord">
          <ac:chgData name="Jonathan Luo" userId="965c2bd4afd3f5b7" providerId="LiveId" clId="{DE97829A-D5E1-4A66-9C6D-0D91D5ECCA8C}" dt="2025-05-02T16:49:56.105" v="6372" actId="1038"/>
          <ac:spMkLst>
            <pc:docMk/>
            <pc:sldMk cId="3598594484" sldId="271"/>
            <ac:spMk id="9" creationId="{DFE44A31-A5B4-42E5-8EAD-F6EB9A030D18}"/>
          </ac:spMkLst>
        </pc:spChg>
        <pc:spChg chg="add del mod ord">
          <ac:chgData name="Jonathan Luo" userId="965c2bd4afd3f5b7" providerId="LiveId" clId="{DE97829A-D5E1-4A66-9C6D-0D91D5ECCA8C}" dt="2025-05-02T16:44:19.379" v="5899" actId="478"/>
          <ac:spMkLst>
            <pc:docMk/>
            <pc:sldMk cId="3598594484" sldId="271"/>
            <ac:spMk id="10" creationId="{7D329378-95FE-CAC8-390E-160D10FE15D8}"/>
          </ac:spMkLst>
        </pc:spChg>
        <pc:spChg chg="add mod">
          <ac:chgData name="Jonathan Luo" userId="965c2bd4afd3f5b7" providerId="LiveId" clId="{DE97829A-D5E1-4A66-9C6D-0D91D5ECCA8C}" dt="2025-05-02T16:49:56.105" v="6372" actId="1038"/>
          <ac:spMkLst>
            <pc:docMk/>
            <pc:sldMk cId="3598594484" sldId="271"/>
            <ac:spMk id="11" creationId="{B18A3285-939D-5D3B-7C40-98F7E5F639CF}"/>
          </ac:spMkLst>
        </pc:spChg>
        <pc:spChg chg="add mod">
          <ac:chgData name="Jonathan Luo" userId="965c2bd4afd3f5b7" providerId="LiveId" clId="{DE97829A-D5E1-4A66-9C6D-0D91D5ECCA8C}" dt="2025-05-02T16:49:56.105" v="6372" actId="1038"/>
          <ac:spMkLst>
            <pc:docMk/>
            <pc:sldMk cId="3598594484" sldId="271"/>
            <ac:spMk id="12" creationId="{0F436655-3A9A-5627-0AD6-CCCFAB45A17E}"/>
          </ac:spMkLst>
        </pc:spChg>
        <pc:spChg chg="add mod">
          <ac:chgData name="Jonathan Luo" userId="965c2bd4afd3f5b7" providerId="LiveId" clId="{DE97829A-D5E1-4A66-9C6D-0D91D5ECCA8C}" dt="2025-05-02T16:49:56.105" v="6372" actId="1038"/>
          <ac:spMkLst>
            <pc:docMk/>
            <pc:sldMk cId="3598594484" sldId="271"/>
            <ac:spMk id="13" creationId="{D3CD7249-5CBA-71DA-0888-E3632FA07FC6}"/>
          </ac:spMkLst>
        </pc:spChg>
        <pc:spChg chg="add mod">
          <ac:chgData name="Jonathan Luo" userId="965c2bd4afd3f5b7" providerId="LiveId" clId="{DE97829A-D5E1-4A66-9C6D-0D91D5ECCA8C}" dt="2025-05-02T16:37:19.921" v="5680" actId="1076"/>
          <ac:spMkLst>
            <pc:docMk/>
            <pc:sldMk cId="3598594484" sldId="271"/>
            <ac:spMk id="14" creationId="{B13321E9-0D4F-3FCF-2058-F2EE5F7D11DE}"/>
          </ac:spMkLst>
        </pc:spChg>
        <pc:spChg chg="add mod">
          <ac:chgData name="Jonathan Luo" userId="965c2bd4afd3f5b7" providerId="LiveId" clId="{DE97829A-D5E1-4A66-9C6D-0D91D5ECCA8C}" dt="2025-05-02T16:37:41.346" v="5693" actId="20577"/>
          <ac:spMkLst>
            <pc:docMk/>
            <pc:sldMk cId="3598594484" sldId="271"/>
            <ac:spMk id="15" creationId="{CA5F49CA-ECD8-FA09-A8EF-FBA8833ACC33}"/>
          </ac:spMkLst>
        </pc:spChg>
        <pc:spChg chg="add mod">
          <ac:chgData name="Jonathan Luo" userId="965c2bd4afd3f5b7" providerId="LiveId" clId="{DE97829A-D5E1-4A66-9C6D-0D91D5ECCA8C}" dt="2025-05-02T16:49:56.105" v="6372" actId="1038"/>
          <ac:spMkLst>
            <pc:docMk/>
            <pc:sldMk cId="3598594484" sldId="271"/>
            <ac:spMk id="16" creationId="{1C754811-C646-D4FA-E338-9227909542E9}"/>
          </ac:spMkLst>
        </pc:spChg>
        <pc:spChg chg="add mod">
          <ac:chgData name="Jonathan Luo" userId="965c2bd4afd3f5b7" providerId="LiveId" clId="{DE97829A-D5E1-4A66-9C6D-0D91D5ECCA8C}" dt="2025-05-02T16:49:56.105" v="6372" actId="1038"/>
          <ac:spMkLst>
            <pc:docMk/>
            <pc:sldMk cId="3598594484" sldId="271"/>
            <ac:spMk id="17" creationId="{D829D3AD-E074-58EE-D990-9C3726862237}"/>
          </ac:spMkLst>
        </pc:spChg>
        <pc:spChg chg="add mod">
          <ac:chgData name="Jonathan Luo" userId="965c2bd4afd3f5b7" providerId="LiveId" clId="{DE97829A-D5E1-4A66-9C6D-0D91D5ECCA8C}" dt="2025-05-02T16:53:18.296" v="6688" actId="14100"/>
          <ac:spMkLst>
            <pc:docMk/>
            <pc:sldMk cId="3598594484" sldId="271"/>
            <ac:spMk id="26" creationId="{DEC4F0A4-FDEC-C0C7-C88B-BF3E8D0CC2A8}"/>
          </ac:spMkLst>
        </pc:spChg>
        <pc:spChg chg="add mod">
          <ac:chgData name="Jonathan Luo" userId="965c2bd4afd3f5b7" providerId="LiveId" clId="{DE97829A-D5E1-4A66-9C6D-0D91D5ECCA8C}" dt="2025-05-02T16:53:22.141" v="6689" actId="14100"/>
          <ac:spMkLst>
            <pc:docMk/>
            <pc:sldMk cId="3598594484" sldId="271"/>
            <ac:spMk id="27" creationId="{7175D332-68FE-6BFD-07F7-F94049D64924}"/>
          </ac:spMkLst>
        </pc:spChg>
        <pc:spChg chg="add mod">
          <ac:chgData name="Jonathan Luo" userId="965c2bd4afd3f5b7" providerId="LiveId" clId="{DE97829A-D5E1-4A66-9C6D-0D91D5ECCA8C}" dt="2025-05-02T16:53:09.946" v="6685" actId="1076"/>
          <ac:spMkLst>
            <pc:docMk/>
            <pc:sldMk cId="3598594484" sldId="271"/>
            <ac:spMk id="28" creationId="{F3710DA5-7969-67FE-D0FE-37556ABC9CD1}"/>
          </ac:spMkLst>
        </pc:spChg>
        <pc:spChg chg="add mod">
          <ac:chgData name="Jonathan Luo" userId="965c2bd4afd3f5b7" providerId="LiveId" clId="{DE97829A-D5E1-4A66-9C6D-0D91D5ECCA8C}" dt="2025-05-02T16:53:13.007" v="6686" actId="1076"/>
          <ac:spMkLst>
            <pc:docMk/>
            <pc:sldMk cId="3598594484" sldId="271"/>
            <ac:spMk id="29" creationId="{897DCCD7-9179-06AB-36F8-13798B5E7545}"/>
          </ac:spMkLst>
        </pc:spChg>
        <pc:spChg chg="add del mod">
          <ac:chgData name="Jonathan Luo" userId="965c2bd4afd3f5b7" providerId="LiveId" clId="{DE97829A-D5E1-4A66-9C6D-0D91D5ECCA8C}" dt="2025-05-02T16:49:12.563" v="6321" actId="478"/>
          <ac:spMkLst>
            <pc:docMk/>
            <pc:sldMk cId="3598594484" sldId="271"/>
            <ac:spMk id="30" creationId="{DEFC8881-D38D-CBA2-C49A-DA10C18A15AE}"/>
          </ac:spMkLst>
        </pc:spChg>
        <pc:spChg chg="add del mod">
          <ac:chgData name="Jonathan Luo" userId="965c2bd4afd3f5b7" providerId="LiveId" clId="{DE97829A-D5E1-4A66-9C6D-0D91D5ECCA8C}" dt="2025-05-02T16:46:40.718" v="5965" actId="478"/>
          <ac:spMkLst>
            <pc:docMk/>
            <pc:sldMk cId="3598594484" sldId="271"/>
            <ac:spMk id="31" creationId="{F18F43A5-72ED-716C-A46B-22DDF01A3430}"/>
          </ac:spMkLst>
        </pc:spChg>
        <pc:spChg chg="add mod">
          <ac:chgData name="Jonathan Luo" userId="965c2bd4afd3f5b7" providerId="LiveId" clId="{DE97829A-D5E1-4A66-9C6D-0D91D5ECCA8C}" dt="2025-05-02T16:48:07.148" v="6166" actId="20577"/>
          <ac:spMkLst>
            <pc:docMk/>
            <pc:sldMk cId="3598594484" sldId="271"/>
            <ac:spMk id="32" creationId="{536EC433-12AF-6441-A169-234E77F10B04}"/>
          </ac:spMkLst>
        </pc:spChg>
        <pc:spChg chg="add mod">
          <ac:chgData name="Jonathan Luo" userId="965c2bd4afd3f5b7" providerId="LiveId" clId="{DE97829A-D5E1-4A66-9C6D-0D91D5ECCA8C}" dt="2025-05-02T16:49:56.105" v="6372" actId="1038"/>
          <ac:spMkLst>
            <pc:docMk/>
            <pc:sldMk cId="3598594484" sldId="271"/>
            <ac:spMk id="33" creationId="{AEF3B59A-E9A2-F63E-E7B7-85B26882628C}"/>
          </ac:spMkLst>
        </pc:spChg>
        <pc:spChg chg="add mod">
          <ac:chgData name="Jonathan Luo" userId="965c2bd4afd3f5b7" providerId="LiveId" clId="{DE97829A-D5E1-4A66-9C6D-0D91D5ECCA8C}" dt="2025-05-02T16:53:25.511" v="6690" actId="1076"/>
          <ac:spMkLst>
            <pc:docMk/>
            <pc:sldMk cId="3598594484" sldId="271"/>
            <ac:spMk id="36" creationId="{DD02B448-B81B-CAB9-B803-DDE55D2F9A64}"/>
          </ac:spMkLst>
        </pc:spChg>
        <pc:spChg chg="add del mod">
          <ac:chgData name="Jonathan Luo" userId="965c2bd4afd3f5b7" providerId="LiveId" clId="{DE97829A-D5E1-4A66-9C6D-0D91D5ECCA8C}" dt="2025-05-02T17:04:16.408" v="7797" actId="478"/>
          <ac:spMkLst>
            <pc:docMk/>
            <pc:sldMk cId="3598594484" sldId="271"/>
            <ac:spMk id="40" creationId="{70409570-408A-EBB0-4823-908CF00B42B9}"/>
          </ac:spMkLst>
        </pc:spChg>
        <pc:graphicFrameChg chg="add del mod modGraphic">
          <ac:chgData name="Jonathan Luo" userId="965c2bd4afd3f5b7" providerId="LiveId" clId="{DE97829A-D5E1-4A66-9C6D-0D91D5ECCA8C}" dt="2025-05-02T16:56:30.848" v="6761" actId="478"/>
          <ac:graphicFrameMkLst>
            <pc:docMk/>
            <pc:sldMk cId="3598594484" sldId="271"/>
            <ac:graphicFrameMk id="38" creationId="{6C7DBC78-085A-EFE7-CAA7-01DCE3D82830}"/>
          </ac:graphicFrameMkLst>
        </pc:graphicFrameChg>
        <pc:graphicFrameChg chg="add mod modGraphic">
          <ac:chgData name="Jonathan Luo" userId="965c2bd4afd3f5b7" providerId="LiveId" clId="{DE97829A-D5E1-4A66-9C6D-0D91D5ECCA8C}" dt="2025-05-02T17:03:44.466" v="7773" actId="208"/>
          <ac:graphicFrameMkLst>
            <pc:docMk/>
            <pc:sldMk cId="3598594484" sldId="271"/>
            <ac:graphicFrameMk id="39" creationId="{717CAC68-DC23-4AF9-37B0-3B5EEFECCDCA}"/>
          </ac:graphicFrameMkLst>
        </pc:graphicFrameChg>
        <pc:picChg chg="add mod">
          <ac:chgData name="Jonathan Luo" userId="965c2bd4afd3f5b7" providerId="LiveId" clId="{DE97829A-D5E1-4A66-9C6D-0D91D5ECCA8C}" dt="2025-05-02T16:53:14.787" v="6687" actId="1076"/>
          <ac:picMkLst>
            <pc:docMk/>
            <pc:sldMk cId="3598594484" sldId="271"/>
            <ac:picMk id="5" creationId="{0A1B1A7D-B6C3-2131-E64F-D7C134C2D3FF}"/>
          </ac:picMkLst>
        </pc:picChg>
        <pc:cxnChg chg="add del mod">
          <ac:chgData name="Jonathan Luo" userId="965c2bd4afd3f5b7" providerId="LiveId" clId="{DE97829A-D5E1-4A66-9C6D-0D91D5ECCA8C}" dt="2025-05-02T16:39:56.641" v="5748" actId="478"/>
          <ac:cxnSpMkLst>
            <pc:docMk/>
            <pc:sldMk cId="3598594484" sldId="271"/>
            <ac:cxnSpMk id="19" creationId="{56121FD5-23B1-EAB6-37B6-057D5E4A6F10}"/>
          </ac:cxnSpMkLst>
        </pc:cxnChg>
        <pc:cxnChg chg="add del mod">
          <ac:chgData name="Jonathan Luo" userId="965c2bd4afd3f5b7" providerId="LiveId" clId="{DE97829A-D5E1-4A66-9C6D-0D91D5ECCA8C}" dt="2025-05-02T16:40:23.867" v="5751" actId="478"/>
          <ac:cxnSpMkLst>
            <pc:docMk/>
            <pc:sldMk cId="3598594484" sldId="271"/>
            <ac:cxnSpMk id="25" creationId="{1C446447-A26B-F77B-ECB1-4CB267C19573}"/>
          </ac:cxnSpMkLst>
        </pc:cxnChg>
        <pc:cxnChg chg="add mod">
          <ac:chgData name="Jonathan Luo" userId="965c2bd4afd3f5b7" providerId="LiveId" clId="{DE97829A-D5E1-4A66-9C6D-0D91D5ECCA8C}" dt="2025-05-02T17:03:09.622" v="7768" actId="1076"/>
          <ac:cxnSpMkLst>
            <pc:docMk/>
            <pc:sldMk cId="3598594484" sldId="271"/>
            <ac:cxnSpMk id="35" creationId="{791EAE74-FF31-AD76-9337-EE805CD074E4}"/>
          </ac:cxnSpMkLst>
        </pc:cxnChg>
      </pc:sldChg>
      <pc:sldChg chg="addSp delSp modSp new mod">
        <pc:chgData name="Jonathan Luo" userId="965c2bd4afd3f5b7" providerId="LiveId" clId="{DE97829A-D5E1-4A66-9C6D-0D91D5ECCA8C}" dt="2025-05-02T18:35:02.509" v="7995" actId="20577"/>
        <pc:sldMkLst>
          <pc:docMk/>
          <pc:sldMk cId="1296286086" sldId="272"/>
        </pc:sldMkLst>
        <pc:spChg chg="mod">
          <ac:chgData name="Jonathan Luo" userId="965c2bd4afd3f5b7" providerId="LiveId" clId="{DE97829A-D5E1-4A66-9C6D-0D91D5ECCA8C}" dt="2025-05-02T11:55:47.090" v="3844" actId="20577"/>
          <ac:spMkLst>
            <pc:docMk/>
            <pc:sldMk cId="1296286086" sldId="272"/>
            <ac:spMk id="2" creationId="{C79C6DAC-FF74-28F6-A6FA-635FCAC7C497}"/>
          </ac:spMkLst>
        </pc:spChg>
        <pc:spChg chg="del">
          <ac:chgData name="Jonathan Luo" userId="965c2bd4afd3f5b7" providerId="LiveId" clId="{DE97829A-D5E1-4A66-9C6D-0D91D5ECCA8C}" dt="2025-05-02T11:56:00.018" v="3845" actId="1032"/>
          <ac:spMkLst>
            <pc:docMk/>
            <pc:sldMk cId="1296286086" sldId="272"/>
            <ac:spMk id="3" creationId="{A58A2FAE-3347-F7AC-0989-C8CF82108B44}"/>
          </ac:spMkLst>
        </pc:spChg>
        <pc:graphicFrameChg chg="add mod modGraphic">
          <ac:chgData name="Jonathan Luo" userId="965c2bd4afd3f5b7" providerId="LiveId" clId="{DE97829A-D5E1-4A66-9C6D-0D91D5ECCA8C}" dt="2025-05-02T18:35:02.509" v="7995" actId="20577"/>
          <ac:graphicFrameMkLst>
            <pc:docMk/>
            <pc:sldMk cId="1296286086" sldId="272"/>
            <ac:graphicFrameMk id="4" creationId="{D03DFF32-3307-612A-9FC9-4606DB78B3AF}"/>
          </ac:graphicFrameMkLst>
        </pc:graphicFrameChg>
      </pc:sldChg>
      <pc:sldChg chg="addSp delSp modSp new mod">
        <pc:chgData name="Jonathan Luo" userId="965c2bd4afd3f5b7" providerId="LiveId" clId="{DE97829A-D5E1-4A66-9C6D-0D91D5ECCA8C}" dt="2025-05-02T16:25:04.364" v="5552" actId="478"/>
        <pc:sldMkLst>
          <pc:docMk/>
          <pc:sldMk cId="1804061972" sldId="273"/>
        </pc:sldMkLst>
        <pc:spChg chg="mod">
          <ac:chgData name="Jonathan Luo" userId="965c2bd4afd3f5b7" providerId="LiveId" clId="{DE97829A-D5E1-4A66-9C6D-0D91D5ECCA8C}" dt="2025-05-02T16:24:54.268" v="5540" actId="20577"/>
          <ac:spMkLst>
            <pc:docMk/>
            <pc:sldMk cId="1804061972" sldId="273"/>
            <ac:spMk id="2" creationId="{EF2FD089-6D43-5EED-EA60-C288E5236C06}"/>
          </ac:spMkLst>
        </pc:spChg>
        <pc:spChg chg="del mod">
          <ac:chgData name="Jonathan Luo" userId="965c2bd4afd3f5b7" providerId="LiveId" clId="{DE97829A-D5E1-4A66-9C6D-0D91D5ECCA8C}" dt="2025-05-02T16:25:01.186" v="5551" actId="478"/>
          <ac:spMkLst>
            <pc:docMk/>
            <pc:sldMk cId="1804061972" sldId="273"/>
            <ac:spMk id="3" creationId="{9E050C5A-5E28-03B6-5771-9C0674F718BA}"/>
          </ac:spMkLst>
        </pc:spChg>
        <pc:spChg chg="add del mod">
          <ac:chgData name="Jonathan Luo" userId="965c2bd4afd3f5b7" providerId="LiveId" clId="{DE97829A-D5E1-4A66-9C6D-0D91D5ECCA8C}" dt="2025-05-02T16:25:04.364" v="5552" actId="478"/>
          <ac:spMkLst>
            <pc:docMk/>
            <pc:sldMk cId="1804061972" sldId="273"/>
            <ac:spMk id="5" creationId="{0F4E3441-2E47-1798-1B33-C2D0D90AB3EE}"/>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7594C5D-3786-4B52-BD2E-202A3850F345}"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US"/>
        </a:p>
      </dgm:t>
    </dgm:pt>
    <dgm:pt modelId="{79374A24-1D22-4CE4-8BD1-C658695495E4}">
      <dgm:prSet phldrT="[Text]"/>
      <dgm:spPr>
        <a:solidFill>
          <a:schemeClr val="accent3">
            <a:lumMod val="75000"/>
          </a:schemeClr>
        </a:solidFill>
      </dgm:spPr>
      <dgm:t>
        <a:bodyPr/>
        <a:lstStyle/>
        <a:p>
          <a:r>
            <a:rPr lang="en-US" b="1" dirty="0"/>
            <a:t>Objective: </a:t>
          </a:r>
          <a:r>
            <a:rPr lang="en-US" dirty="0"/>
            <a:t>Leverage modeling and agentic AI to score and prioritize leads for AEs and RDs</a:t>
          </a:r>
        </a:p>
      </dgm:t>
    </dgm:pt>
    <dgm:pt modelId="{6B0BB893-45FF-4035-9CE4-A8199052FAC0}" type="parTrans" cxnId="{25AC1758-C78E-4341-B574-7C2B98D1CFAC}">
      <dgm:prSet/>
      <dgm:spPr/>
      <dgm:t>
        <a:bodyPr/>
        <a:lstStyle/>
        <a:p>
          <a:endParaRPr lang="en-US"/>
        </a:p>
      </dgm:t>
    </dgm:pt>
    <dgm:pt modelId="{5D6E21E0-72F9-488F-B9CB-E634ECA89874}" type="sibTrans" cxnId="{25AC1758-C78E-4341-B574-7C2B98D1CFAC}">
      <dgm:prSet/>
      <dgm:spPr/>
      <dgm:t>
        <a:bodyPr/>
        <a:lstStyle/>
        <a:p>
          <a:endParaRPr lang="en-US"/>
        </a:p>
      </dgm:t>
    </dgm:pt>
    <dgm:pt modelId="{99F7BC0A-375D-4603-93DD-3BD518279486}">
      <dgm:prSet phldrT="[Text]"/>
      <dgm:spPr>
        <a:solidFill>
          <a:schemeClr val="accent3">
            <a:lumMod val="75000"/>
          </a:schemeClr>
        </a:solidFill>
      </dgm:spPr>
      <dgm:t>
        <a:bodyPr/>
        <a:lstStyle/>
        <a:p>
          <a:r>
            <a:rPr lang="en-US" b="1" dirty="0"/>
            <a:t>Process: </a:t>
          </a:r>
          <a:r>
            <a:rPr lang="en-US" dirty="0"/>
            <a:t>Collect time-series data on historical and open leads to produce comparable, structured textual representations that LLMs can compare and reason through</a:t>
          </a:r>
        </a:p>
      </dgm:t>
    </dgm:pt>
    <dgm:pt modelId="{443BA8C9-1CEB-441A-A9D7-29D25B641D92}" type="parTrans" cxnId="{91EEE849-5F68-4D11-B319-D7E84184FF57}">
      <dgm:prSet/>
      <dgm:spPr/>
      <dgm:t>
        <a:bodyPr/>
        <a:lstStyle/>
        <a:p>
          <a:endParaRPr lang="en-US"/>
        </a:p>
      </dgm:t>
    </dgm:pt>
    <dgm:pt modelId="{4634D5C4-D051-407D-AE31-FDDFE6F8465A}" type="sibTrans" cxnId="{91EEE849-5F68-4D11-B319-D7E84184FF57}">
      <dgm:prSet/>
      <dgm:spPr/>
      <dgm:t>
        <a:bodyPr/>
        <a:lstStyle/>
        <a:p>
          <a:endParaRPr lang="en-US"/>
        </a:p>
      </dgm:t>
    </dgm:pt>
    <dgm:pt modelId="{2B39A6D3-BEA1-4E46-874A-7C3C9D7ADF8D}">
      <dgm:prSet phldrT="[Text]"/>
      <dgm:spPr>
        <a:solidFill>
          <a:schemeClr val="accent3">
            <a:lumMod val="75000"/>
          </a:schemeClr>
        </a:solidFill>
      </dgm:spPr>
      <dgm:t>
        <a:bodyPr/>
        <a:lstStyle/>
        <a:p>
          <a:r>
            <a:rPr lang="en-US" b="1" dirty="0"/>
            <a:t>Implementation: </a:t>
          </a:r>
          <a:r>
            <a:rPr lang="en-US" dirty="0"/>
            <a:t>Careful monitoring techniques to ensure the model adds value to the sales process, without interfering with existing best practices and subject matter expertise</a:t>
          </a:r>
        </a:p>
      </dgm:t>
    </dgm:pt>
    <dgm:pt modelId="{295EDB5A-557A-4CEB-B0A6-ED41654A838B}" type="parTrans" cxnId="{0389A4E4-CC95-417E-98CF-52F66F965507}">
      <dgm:prSet/>
      <dgm:spPr/>
      <dgm:t>
        <a:bodyPr/>
        <a:lstStyle/>
        <a:p>
          <a:endParaRPr lang="en-US"/>
        </a:p>
      </dgm:t>
    </dgm:pt>
    <dgm:pt modelId="{71BBDA05-BF8B-4BC6-8F88-6B849EBBC5E7}" type="sibTrans" cxnId="{0389A4E4-CC95-417E-98CF-52F66F965507}">
      <dgm:prSet/>
      <dgm:spPr/>
      <dgm:t>
        <a:bodyPr/>
        <a:lstStyle/>
        <a:p>
          <a:endParaRPr lang="en-US"/>
        </a:p>
      </dgm:t>
    </dgm:pt>
    <dgm:pt modelId="{F98134A2-8336-45F2-9F6B-879D6059740C}">
      <dgm:prSet phldrT="[Text]"/>
      <dgm:spPr>
        <a:solidFill>
          <a:schemeClr val="accent3">
            <a:lumMod val="75000"/>
          </a:schemeClr>
        </a:solidFill>
      </dgm:spPr>
      <dgm:t>
        <a:bodyPr/>
        <a:lstStyle/>
        <a:p>
          <a:r>
            <a:rPr lang="en-US" b="1" dirty="0"/>
            <a:t>Next Steps: </a:t>
          </a:r>
          <a:r>
            <a:rPr lang="en-US" dirty="0"/>
            <a:t>Task-specific models to supplement explainable LLM inferences with trained, time-series neural networks</a:t>
          </a:r>
        </a:p>
      </dgm:t>
    </dgm:pt>
    <dgm:pt modelId="{0E92257C-B23F-4D3A-A8EA-77DA3BAF3111}" type="parTrans" cxnId="{217CAA68-5C06-4580-BDC3-2B0ACD56C5A7}">
      <dgm:prSet/>
      <dgm:spPr/>
      <dgm:t>
        <a:bodyPr/>
        <a:lstStyle/>
        <a:p>
          <a:endParaRPr lang="en-US"/>
        </a:p>
      </dgm:t>
    </dgm:pt>
    <dgm:pt modelId="{E253BCC6-EDD8-465D-9249-FC03EAE602A8}" type="sibTrans" cxnId="{217CAA68-5C06-4580-BDC3-2B0ACD56C5A7}">
      <dgm:prSet/>
      <dgm:spPr/>
      <dgm:t>
        <a:bodyPr/>
        <a:lstStyle/>
        <a:p>
          <a:endParaRPr lang="en-US"/>
        </a:p>
      </dgm:t>
    </dgm:pt>
    <dgm:pt modelId="{7CC1BFE1-8965-4951-BDB5-A59EB71AF68B}" type="pres">
      <dgm:prSet presAssocID="{27594C5D-3786-4B52-BD2E-202A3850F345}" presName="Name0" presStyleCnt="0">
        <dgm:presLayoutVars>
          <dgm:chMax val="7"/>
          <dgm:chPref val="7"/>
          <dgm:dir/>
        </dgm:presLayoutVars>
      </dgm:prSet>
      <dgm:spPr/>
    </dgm:pt>
    <dgm:pt modelId="{47883AA7-AD8A-494F-8092-F280E4A2A232}" type="pres">
      <dgm:prSet presAssocID="{27594C5D-3786-4B52-BD2E-202A3850F345}" presName="Name1" presStyleCnt="0"/>
      <dgm:spPr/>
    </dgm:pt>
    <dgm:pt modelId="{55058B67-D5C5-441D-A606-43728E13D4FE}" type="pres">
      <dgm:prSet presAssocID="{27594C5D-3786-4B52-BD2E-202A3850F345}" presName="cycle" presStyleCnt="0"/>
      <dgm:spPr/>
    </dgm:pt>
    <dgm:pt modelId="{4FC8A1CC-F207-4E81-A8F6-9A830A15F027}" type="pres">
      <dgm:prSet presAssocID="{27594C5D-3786-4B52-BD2E-202A3850F345}" presName="srcNode" presStyleLbl="node1" presStyleIdx="0" presStyleCnt="4"/>
      <dgm:spPr/>
    </dgm:pt>
    <dgm:pt modelId="{9A4EDBBE-3275-4BFB-B897-880F122E3BCC}" type="pres">
      <dgm:prSet presAssocID="{27594C5D-3786-4B52-BD2E-202A3850F345}" presName="conn" presStyleLbl="parChTrans1D2" presStyleIdx="0" presStyleCnt="1"/>
      <dgm:spPr/>
    </dgm:pt>
    <dgm:pt modelId="{8376BE37-36F1-4F9B-B2D1-B5036405E68C}" type="pres">
      <dgm:prSet presAssocID="{27594C5D-3786-4B52-BD2E-202A3850F345}" presName="extraNode" presStyleLbl="node1" presStyleIdx="0" presStyleCnt="4"/>
      <dgm:spPr/>
    </dgm:pt>
    <dgm:pt modelId="{91E90055-A80C-4C7F-BBBB-0C4CA627B19B}" type="pres">
      <dgm:prSet presAssocID="{27594C5D-3786-4B52-BD2E-202A3850F345}" presName="dstNode" presStyleLbl="node1" presStyleIdx="0" presStyleCnt="4"/>
      <dgm:spPr/>
    </dgm:pt>
    <dgm:pt modelId="{F57CF355-66F7-403B-8C74-AB872FABAB68}" type="pres">
      <dgm:prSet presAssocID="{79374A24-1D22-4CE4-8BD1-C658695495E4}" presName="text_1" presStyleLbl="node1" presStyleIdx="0" presStyleCnt="4">
        <dgm:presLayoutVars>
          <dgm:bulletEnabled val="1"/>
        </dgm:presLayoutVars>
      </dgm:prSet>
      <dgm:spPr/>
    </dgm:pt>
    <dgm:pt modelId="{80D4EAA6-18C5-450B-8DD9-58230FA4BED1}" type="pres">
      <dgm:prSet presAssocID="{79374A24-1D22-4CE4-8BD1-C658695495E4}" presName="accent_1" presStyleCnt="0"/>
      <dgm:spPr/>
    </dgm:pt>
    <dgm:pt modelId="{CFA2DDDB-337F-4295-897F-E55DB62CA7B4}" type="pres">
      <dgm:prSet presAssocID="{79374A24-1D22-4CE4-8BD1-C658695495E4}" presName="accentRepeatNode" presStyleLbl="solidFgAcc1" presStyleIdx="0" presStyleCnt="4"/>
      <dgm:spPr/>
    </dgm:pt>
    <dgm:pt modelId="{58144096-52F0-43E8-8236-9C3F5C577732}" type="pres">
      <dgm:prSet presAssocID="{99F7BC0A-375D-4603-93DD-3BD518279486}" presName="text_2" presStyleLbl="node1" presStyleIdx="1" presStyleCnt="4">
        <dgm:presLayoutVars>
          <dgm:bulletEnabled val="1"/>
        </dgm:presLayoutVars>
      </dgm:prSet>
      <dgm:spPr/>
    </dgm:pt>
    <dgm:pt modelId="{28734106-574B-43C5-9EA6-4CE57A39E424}" type="pres">
      <dgm:prSet presAssocID="{99F7BC0A-375D-4603-93DD-3BD518279486}" presName="accent_2" presStyleCnt="0"/>
      <dgm:spPr/>
    </dgm:pt>
    <dgm:pt modelId="{3C1C78C8-649C-4FB1-B212-2A390D5D99D1}" type="pres">
      <dgm:prSet presAssocID="{99F7BC0A-375D-4603-93DD-3BD518279486}" presName="accentRepeatNode" presStyleLbl="solidFgAcc1" presStyleIdx="1" presStyleCnt="4"/>
      <dgm:spPr/>
    </dgm:pt>
    <dgm:pt modelId="{2F28E1BE-0695-40C8-B206-370AEF1AACFD}" type="pres">
      <dgm:prSet presAssocID="{2B39A6D3-BEA1-4E46-874A-7C3C9D7ADF8D}" presName="text_3" presStyleLbl="node1" presStyleIdx="2" presStyleCnt="4">
        <dgm:presLayoutVars>
          <dgm:bulletEnabled val="1"/>
        </dgm:presLayoutVars>
      </dgm:prSet>
      <dgm:spPr/>
    </dgm:pt>
    <dgm:pt modelId="{B8CBEE4D-2955-47A8-BD9B-B071C4F30865}" type="pres">
      <dgm:prSet presAssocID="{2B39A6D3-BEA1-4E46-874A-7C3C9D7ADF8D}" presName="accent_3" presStyleCnt="0"/>
      <dgm:spPr/>
    </dgm:pt>
    <dgm:pt modelId="{5F506C53-C69E-45F3-AB15-D2093FFEC7FE}" type="pres">
      <dgm:prSet presAssocID="{2B39A6D3-BEA1-4E46-874A-7C3C9D7ADF8D}" presName="accentRepeatNode" presStyleLbl="solidFgAcc1" presStyleIdx="2" presStyleCnt="4"/>
      <dgm:spPr/>
    </dgm:pt>
    <dgm:pt modelId="{93529336-9491-448A-BC81-2A5EA3B4E0DA}" type="pres">
      <dgm:prSet presAssocID="{F98134A2-8336-45F2-9F6B-879D6059740C}" presName="text_4" presStyleLbl="node1" presStyleIdx="3" presStyleCnt="4">
        <dgm:presLayoutVars>
          <dgm:bulletEnabled val="1"/>
        </dgm:presLayoutVars>
      </dgm:prSet>
      <dgm:spPr/>
    </dgm:pt>
    <dgm:pt modelId="{C3E6117D-EFA7-4798-8538-FB44259F226A}" type="pres">
      <dgm:prSet presAssocID="{F98134A2-8336-45F2-9F6B-879D6059740C}" presName="accent_4" presStyleCnt="0"/>
      <dgm:spPr/>
    </dgm:pt>
    <dgm:pt modelId="{6F74C203-A368-4034-B163-A18AAF978DB7}" type="pres">
      <dgm:prSet presAssocID="{F98134A2-8336-45F2-9F6B-879D6059740C}" presName="accentRepeatNode" presStyleLbl="solidFgAcc1" presStyleIdx="3" presStyleCnt="4"/>
      <dgm:spPr/>
    </dgm:pt>
  </dgm:ptLst>
  <dgm:cxnLst>
    <dgm:cxn modelId="{FB8AC916-67E9-4FB1-B882-B462758D7BB9}" type="presOf" srcId="{2B39A6D3-BEA1-4E46-874A-7C3C9D7ADF8D}" destId="{2F28E1BE-0695-40C8-B206-370AEF1AACFD}" srcOrd="0" destOrd="0" presId="urn:microsoft.com/office/officeart/2008/layout/VerticalCurvedList"/>
    <dgm:cxn modelId="{217CAA68-5C06-4580-BDC3-2B0ACD56C5A7}" srcId="{27594C5D-3786-4B52-BD2E-202A3850F345}" destId="{F98134A2-8336-45F2-9F6B-879D6059740C}" srcOrd="3" destOrd="0" parTransId="{0E92257C-B23F-4D3A-A8EA-77DA3BAF3111}" sibTransId="{E253BCC6-EDD8-465D-9249-FC03EAE602A8}"/>
    <dgm:cxn modelId="{91EEE849-5F68-4D11-B319-D7E84184FF57}" srcId="{27594C5D-3786-4B52-BD2E-202A3850F345}" destId="{99F7BC0A-375D-4603-93DD-3BD518279486}" srcOrd="1" destOrd="0" parTransId="{443BA8C9-1CEB-441A-A9D7-29D25B641D92}" sibTransId="{4634D5C4-D051-407D-AE31-FDDFE6F8465A}"/>
    <dgm:cxn modelId="{25AC1758-C78E-4341-B574-7C2B98D1CFAC}" srcId="{27594C5D-3786-4B52-BD2E-202A3850F345}" destId="{79374A24-1D22-4CE4-8BD1-C658695495E4}" srcOrd="0" destOrd="0" parTransId="{6B0BB893-45FF-4035-9CE4-A8199052FAC0}" sibTransId="{5D6E21E0-72F9-488F-B9CB-E634ECA89874}"/>
    <dgm:cxn modelId="{255DD088-2AA5-4526-AE47-B96289E78DD7}" type="presOf" srcId="{5D6E21E0-72F9-488F-B9CB-E634ECA89874}" destId="{9A4EDBBE-3275-4BFB-B897-880F122E3BCC}" srcOrd="0" destOrd="0" presId="urn:microsoft.com/office/officeart/2008/layout/VerticalCurvedList"/>
    <dgm:cxn modelId="{AB591EB1-F0A3-46D6-86A4-6311ABD34AA9}" type="presOf" srcId="{27594C5D-3786-4B52-BD2E-202A3850F345}" destId="{7CC1BFE1-8965-4951-BDB5-A59EB71AF68B}" srcOrd="0" destOrd="0" presId="urn:microsoft.com/office/officeart/2008/layout/VerticalCurvedList"/>
    <dgm:cxn modelId="{9061A0C0-E26E-4988-BDEF-60960FC6A518}" type="presOf" srcId="{79374A24-1D22-4CE4-8BD1-C658695495E4}" destId="{F57CF355-66F7-403B-8C74-AB872FABAB68}" srcOrd="0" destOrd="0" presId="urn:microsoft.com/office/officeart/2008/layout/VerticalCurvedList"/>
    <dgm:cxn modelId="{7825D2C6-8663-4F30-A174-4F6AC028F501}" type="presOf" srcId="{F98134A2-8336-45F2-9F6B-879D6059740C}" destId="{93529336-9491-448A-BC81-2A5EA3B4E0DA}" srcOrd="0" destOrd="0" presId="urn:microsoft.com/office/officeart/2008/layout/VerticalCurvedList"/>
    <dgm:cxn modelId="{0389A4E4-CC95-417E-98CF-52F66F965507}" srcId="{27594C5D-3786-4B52-BD2E-202A3850F345}" destId="{2B39A6D3-BEA1-4E46-874A-7C3C9D7ADF8D}" srcOrd="2" destOrd="0" parTransId="{295EDB5A-557A-4CEB-B0A6-ED41654A838B}" sibTransId="{71BBDA05-BF8B-4BC6-8F88-6B849EBBC5E7}"/>
    <dgm:cxn modelId="{5CECB8FD-F672-408A-B66C-DD0221E06382}" type="presOf" srcId="{99F7BC0A-375D-4603-93DD-3BD518279486}" destId="{58144096-52F0-43E8-8236-9C3F5C577732}" srcOrd="0" destOrd="0" presId="urn:microsoft.com/office/officeart/2008/layout/VerticalCurvedList"/>
    <dgm:cxn modelId="{C824920A-B7F8-41E6-8CF8-946C2E0F4719}" type="presParOf" srcId="{7CC1BFE1-8965-4951-BDB5-A59EB71AF68B}" destId="{47883AA7-AD8A-494F-8092-F280E4A2A232}" srcOrd="0" destOrd="0" presId="urn:microsoft.com/office/officeart/2008/layout/VerticalCurvedList"/>
    <dgm:cxn modelId="{6097C9B2-5180-45F7-88D8-0DEA0F4CA5EB}" type="presParOf" srcId="{47883AA7-AD8A-494F-8092-F280E4A2A232}" destId="{55058B67-D5C5-441D-A606-43728E13D4FE}" srcOrd="0" destOrd="0" presId="urn:microsoft.com/office/officeart/2008/layout/VerticalCurvedList"/>
    <dgm:cxn modelId="{9529279D-2C0A-4FF2-99F7-4A6F2DF737BC}" type="presParOf" srcId="{55058B67-D5C5-441D-A606-43728E13D4FE}" destId="{4FC8A1CC-F207-4E81-A8F6-9A830A15F027}" srcOrd="0" destOrd="0" presId="urn:microsoft.com/office/officeart/2008/layout/VerticalCurvedList"/>
    <dgm:cxn modelId="{C7E9AC13-8F5E-42DD-A4DA-AA9727FD1BBD}" type="presParOf" srcId="{55058B67-D5C5-441D-A606-43728E13D4FE}" destId="{9A4EDBBE-3275-4BFB-B897-880F122E3BCC}" srcOrd="1" destOrd="0" presId="urn:microsoft.com/office/officeart/2008/layout/VerticalCurvedList"/>
    <dgm:cxn modelId="{8414594A-6AB8-4A4E-8250-24E23A774123}" type="presParOf" srcId="{55058B67-D5C5-441D-A606-43728E13D4FE}" destId="{8376BE37-36F1-4F9B-B2D1-B5036405E68C}" srcOrd="2" destOrd="0" presId="urn:microsoft.com/office/officeart/2008/layout/VerticalCurvedList"/>
    <dgm:cxn modelId="{E35A30EF-778D-4B7B-8390-039D6722FA9D}" type="presParOf" srcId="{55058B67-D5C5-441D-A606-43728E13D4FE}" destId="{91E90055-A80C-4C7F-BBBB-0C4CA627B19B}" srcOrd="3" destOrd="0" presId="urn:microsoft.com/office/officeart/2008/layout/VerticalCurvedList"/>
    <dgm:cxn modelId="{31859BE2-0035-435D-A3BD-6B116745FD2F}" type="presParOf" srcId="{47883AA7-AD8A-494F-8092-F280E4A2A232}" destId="{F57CF355-66F7-403B-8C74-AB872FABAB68}" srcOrd="1" destOrd="0" presId="urn:microsoft.com/office/officeart/2008/layout/VerticalCurvedList"/>
    <dgm:cxn modelId="{7DB56818-00CC-4611-9A57-260DB464ED67}" type="presParOf" srcId="{47883AA7-AD8A-494F-8092-F280E4A2A232}" destId="{80D4EAA6-18C5-450B-8DD9-58230FA4BED1}" srcOrd="2" destOrd="0" presId="urn:microsoft.com/office/officeart/2008/layout/VerticalCurvedList"/>
    <dgm:cxn modelId="{47997D7F-66BA-4A61-8D4E-1802652E465A}" type="presParOf" srcId="{80D4EAA6-18C5-450B-8DD9-58230FA4BED1}" destId="{CFA2DDDB-337F-4295-897F-E55DB62CA7B4}" srcOrd="0" destOrd="0" presId="urn:microsoft.com/office/officeart/2008/layout/VerticalCurvedList"/>
    <dgm:cxn modelId="{EB44E2C5-52A3-4965-A053-D824B659DC8E}" type="presParOf" srcId="{47883AA7-AD8A-494F-8092-F280E4A2A232}" destId="{58144096-52F0-43E8-8236-9C3F5C577732}" srcOrd="3" destOrd="0" presId="urn:microsoft.com/office/officeart/2008/layout/VerticalCurvedList"/>
    <dgm:cxn modelId="{B14946B8-320C-422D-85F6-A13BFC6AC749}" type="presParOf" srcId="{47883AA7-AD8A-494F-8092-F280E4A2A232}" destId="{28734106-574B-43C5-9EA6-4CE57A39E424}" srcOrd="4" destOrd="0" presId="urn:microsoft.com/office/officeart/2008/layout/VerticalCurvedList"/>
    <dgm:cxn modelId="{8235319A-4406-40C9-95D3-6207D7115564}" type="presParOf" srcId="{28734106-574B-43C5-9EA6-4CE57A39E424}" destId="{3C1C78C8-649C-4FB1-B212-2A390D5D99D1}" srcOrd="0" destOrd="0" presId="urn:microsoft.com/office/officeart/2008/layout/VerticalCurvedList"/>
    <dgm:cxn modelId="{4835E4C5-8CEA-4743-BD66-2E99BCEB60C5}" type="presParOf" srcId="{47883AA7-AD8A-494F-8092-F280E4A2A232}" destId="{2F28E1BE-0695-40C8-B206-370AEF1AACFD}" srcOrd="5" destOrd="0" presId="urn:microsoft.com/office/officeart/2008/layout/VerticalCurvedList"/>
    <dgm:cxn modelId="{E3520B5A-C719-4DB3-8397-B8072C727C33}" type="presParOf" srcId="{47883AA7-AD8A-494F-8092-F280E4A2A232}" destId="{B8CBEE4D-2955-47A8-BD9B-B071C4F30865}" srcOrd="6" destOrd="0" presId="urn:microsoft.com/office/officeart/2008/layout/VerticalCurvedList"/>
    <dgm:cxn modelId="{202B1095-5A98-48D2-B5EB-BFF43585A521}" type="presParOf" srcId="{B8CBEE4D-2955-47A8-BD9B-B071C4F30865}" destId="{5F506C53-C69E-45F3-AB15-D2093FFEC7FE}" srcOrd="0" destOrd="0" presId="urn:microsoft.com/office/officeart/2008/layout/VerticalCurvedList"/>
    <dgm:cxn modelId="{D6B44A7D-19A8-463C-9B17-F5490D2E0B67}" type="presParOf" srcId="{47883AA7-AD8A-494F-8092-F280E4A2A232}" destId="{93529336-9491-448A-BC81-2A5EA3B4E0DA}" srcOrd="7" destOrd="0" presId="urn:microsoft.com/office/officeart/2008/layout/VerticalCurvedList"/>
    <dgm:cxn modelId="{B92EB177-52C8-4DFD-BDDC-7B7C0AE34108}" type="presParOf" srcId="{47883AA7-AD8A-494F-8092-F280E4A2A232}" destId="{C3E6117D-EFA7-4798-8538-FB44259F226A}" srcOrd="8" destOrd="0" presId="urn:microsoft.com/office/officeart/2008/layout/VerticalCurvedList"/>
    <dgm:cxn modelId="{47262B9E-B63F-4F6C-8F94-4B88A96A8ED9}" type="presParOf" srcId="{C3E6117D-EFA7-4798-8538-FB44259F226A}" destId="{6F74C203-A368-4034-B163-A18AAF978DB7}" srcOrd="0" destOrd="0" presId="urn:microsoft.com/office/officeart/2008/layout/VerticalCurvedList"/>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B3A30C4-11DB-4D6D-8205-EB2DD14E4D70}" type="doc">
      <dgm:prSet loTypeId="urn:microsoft.com/office/officeart/2005/8/layout/hList1" loCatId="list" qsTypeId="urn:microsoft.com/office/officeart/2005/8/quickstyle/simple1" qsCatId="simple" csTypeId="urn:microsoft.com/office/officeart/2005/8/colors/accent1_2" csCatId="accent1" phldr="1"/>
      <dgm:spPr/>
    </dgm:pt>
    <dgm:pt modelId="{12D2E03C-9CD8-450B-AAF3-2ABF141C82EE}">
      <dgm:prSet phldrT="[Text]"/>
      <dgm:spPr>
        <a:solidFill>
          <a:schemeClr val="accent3">
            <a:lumMod val="50000"/>
          </a:schemeClr>
        </a:solidFill>
      </dgm:spPr>
      <dgm:t>
        <a:bodyPr/>
        <a:lstStyle/>
        <a:p>
          <a:r>
            <a:rPr lang="en-US" dirty="0"/>
            <a:t>Customer Profile</a:t>
          </a:r>
        </a:p>
      </dgm:t>
    </dgm:pt>
    <dgm:pt modelId="{6AEC2E93-444E-4D4E-BBAF-2ED88B88A6F3}" type="parTrans" cxnId="{9D13ABFF-23EC-4C96-81A2-0BF9780A1CAC}">
      <dgm:prSet/>
      <dgm:spPr/>
      <dgm:t>
        <a:bodyPr/>
        <a:lstStyle/>
        <a:p>
          <a:endParaRPr lang="en-US"/>
        </a:p>
      </dgm:t>
    </dgm:pt>
    <dgm:pt modelId="{94550DDF-4C52-4AC0-BC49-05781EFF815A}" type="sibTrans" cxnId="{9D13ABFF-23EC-4C96-81A2-0BF9780A1CAC}">
      <dgm:prSet/>
      <dgm:spPr/>
      <dgm:t>
        <a:bodyPr/>
        <a:lstStyle/>
        <a:p>
          <a:endParaRPr lang="en-US"/>
        </a:p>
      </dgm:t>
    </dgm:pt>
    <dgm:pt modelId="{EB903F9F-33D3-4723-873E-D2537ACD90BC}">
      <dgm:prSet phldrT="[Text]"/>
      <dgm:spPr>
        <a:solidFill>
          <a:schemeClr val="accent3">
            <a:lumMod val="50000"/>
          </a:schemeClr>
        </a:solidFill>
      </dgm:spPr>
      <dgm:t>
        <a:bodyPr/>
        <a:lstStyle/>
        <a:p>
          <a:r>
            <a:rPr lang="en-US" dirty="0"/>
            <a:t>Engagement &amp; Shopping Behavior</a:t>
          </a:r>
        </a:p>
      </dgm:t>
    </dgm:pt>
    <dgm:pt modelId="{FA20B47C-3B42-41CD-A52C-F1C66F2C6A4D}" type="parTrans" cxnId="{622EE037-B8C0-478B-8EAA-AD7BA86CAB9C}">
      <dgm:prSet/>
      <dgm:spPr/>
      <dgm:t>
        <a:bodyPr/>
        <a:lstStyle/>
        <a:p>
          <a:endParaRPr lang="en-US"/>
        </a:p>
      </dgm:t>
    </dgm:pt>
    <dgm:pt modelId="{E3BF92B3-0ECC-4EF9-8B11-3E8B2E156778}" type="sibTrans" cxnId="{622EE037-B8C0-478B-8EAA-AD7BA86CAB9C}">
      <dgm:prSet/>
      <dgm:spPr/>
      <dgm:t>
        <a:bodyPr/>
        <a:lstStyle/>
        <a:p>
          <a:endParaRPr lang="en-US"/>
        </a:p>
      </dgm:t>
    </dgm:pt>
    <dgm:pt modelId="{DB1AAC11-A136-4AB7-B77B-22C4BB312F71}">
      <dgm:prSet phldrT="[Text]"/>
      <dgm:spPr>
        <a:solidFill>
          <a:schemeClr val="accent3">
            <a:lumMod val="50000"/>
          </a:schemeClr>
        </a:solidFill>
      </dgm:spPr>
      <dgm:t>
        <a:bodyPr/>
        <a:lstStyle/>
        <a:p>
          <a:r>
            <a:rPr lang="en-US" dirty="0"/>
            <a:t>Pipeline Progress</a:t>
          </a:r>
        </a:p>
      </dgm:t>
    </dgm:pt>
    <dgm:pt modelId="{E1438BDF-74CC-4317-8DDB-D70ADC6F2DA5}" type="parTrans" cxnId="{A465C20A-02A6-42B9-AEC3-7604E485007C}">
      <dgm:prSet/>
      <dgm:spPr/>
      <dgm:t>
        <a:bodyPr/>
        <a:lstStyle/>
        <a:p>
          <a:endParaRPr lang="en-US"/>
        </a:p>
      </dgm:t>
    </dgm:pt>
    <dgm:pt modelId="{4E2D2E58-CFEF-44CC-91EF-BB758E1A2F18}" type="sibTrans" cxnId="{A465C20A-02A6-42B9-AEC3-7604E485007C}">
      <dgm:prSet/>
      <dgm:spPr/>
      <dgm:t>
        <a:bodyPr/>
        <a:lstStyle/>
        <a:p>
          <a:endParaRPr lang="en-US"/>
        </a:p>
      </dgm:t>
    </dgm:pt>
    <dgm:pt modelId="{6AA53168-F773-478E-9368-F9020886DCE8}">
      <dgm:prSet phldrT="[Text]" custT="1"/>
      <dgm:spPr/>
      <dgm:t>
        <a:bodyPr/>
        <a:lstStyle/>
        <a:p>
          <a:r>
            <a:rPr lang="en-US" sz="1800" dirty="0"/>
            <a:t>Firmographics: Industry, scale, core business, market position</a:t>
          </a:r>
        </a:p>
      </dgm:t>
    </dgm:pt>
    <dgm:pt modelId="{00CCD06A-85D6-4955-824F-135D03637DCA}" type="parTrans" cxnId="{34500732-DD4D-49DC-9441-112806F8CD8E}">
      <dgm:prSet/>
      <dgm:spPr/>
      <dgm:t>
        <a:bodyPr/>
        <a:lstStyle/>
        <a:p>
          <a:endParaRPr lang="en-US"/>
        </a:p>
      </dgm:t>
    </dgm:pt>
    <dgm:pt modelId="{9D03EB0F-7163-47CC-B86F-47B289EE6DE3}" type="sibTrans" cxnId="{34500732-DD4D-49DC-9441-112806F8CD8E}">
      <dgm:prSet/>
      <dgm:spPr/>
      <dgm:t>
        <a:bodyPr/>
        <a:lstStyle/>
        <a:p>
          <a:endParaRPr lang="en-US"/>
        </a:p>
      </dgm:t>
    </dgm:pt>
    <dgm:pt modelId="{A01CB613-C047-4939-84E3-613CE79D1100}">
      <dgm:prSet phldrT="[Text]" custT="1"/>
      <dgm:spPr/>
      <dgm:t>
        <a:bodyPr/>
        <a:lstStyle/>
        <a:p>
          <a:r>
            <a:rPr lang="en-US" sz="1800" dirty="0"/>
            <a:t>Digital maturity: Data operations, technology stack, cyber investment</a:t>
          </a:r>
        </a:p>
      </dgm:t>
    </dgm:pt>
    <dgm:pt modelId="{46FA1D3C-6F6F-4F26-A311-4D0435DC9FCA}" type="parTrans" cxnId="{4F39A25C-1F6D-4601-B6EF-42EBA18299A5}">
      <dgm:prSet/>
      <dgm:spPr/>
      <dgm:t>
        <a:bodyPr/>
        <a:lstStyle/>
        <a:p>
          <a:endParaRPr lang="en-US"/>
        </a:p>
      </dgm:t>
    </dgm:pt>
    <dgm:pt modelId="{3CB1BA58-A252-4C69-86D0-6169ECB44497}" type="sibTrans" cxnId="{4F39A25C-1F6D-4601-B6EF-42EBA18299A5}">
      <dgm:prSet/>
      <dgm:spPr/>
      <dgm:t>
        <a:bodyPr/>
        <a:lstStyle/>
        <a:p>
          <a:endParaRPr lang="en-US"/>
        </a:p>
      </dgm:t>
    </dgm:pt>
    <dgm:pt modelId="{62124DEC-9C5F-49D7-9AB9-A76AE0CA04BF}">
      <dgm:prSet phldrT="[Text]" custT="1"/>
      <dgm:spPr/>
      <dgm:t>
        <a:bodyPr/>
        <a:lstStyle/>
        <a:p>
          <a:r>
            <a:rPr lang="en-US" sz="1800" dirty="0"/>
            <a:t>Risk posture, prior threats</a:t>
          </a:r>
        </a:p>
      </dgm:t>
    </dgm:pt>
    <dgm:pt modelId="{443D4988-75C9-4E6F-9FA9-FB0179D4C4AD}" type="parTrans" cxnId="{568E40EE-EBC5-4110-AE49-57810018E39C}">
      <dgm:prSet/>
      <dgm:spPr/>
      <dgm:t>
        <a:bodyPr/>
        <a:lstStyle/>
        <a:p>
          <a:endParaRPr lang="en-US"/>
        </a:p>
      </dgm:t>
    </dgm:pt>
    <dgm:pt modelId="{58FEBECE-9113-4842-A078-A100C24D93FD}" type="sibTrans" cxnId="{568E40EE-EBC5-4110-AE49-57810018E39C}">
      <dgm:prSet/>
      <dgm:spPr/>
      <dgm:t>
        <a:bodyPr/>
        <a:lstStyle/>
        <a:p>
          <a:endParaRPr lang="en-US"/>
        </a:p>
      </dgm:t>
    </dgm:pt>
    <dgm:pt modelId="{4D379CD4-F4F0-4CE8-BE0F-01A274C1A1CA}">
      <dgm:prSet phldrT="[Text]" custT="1"/>
      <dgm:spPr/>
      <dgm:t>
        <a:bodyPr/>
        <a:lstStyle/>
        <a:p>
          <a:r>
            <a:rPr lang="en-US" sz="1800" dirty="0"/>
            <a:t>Relatively static attributes</a:t>
          </a:r>
        </a:p>
      </dgm:t>
    </dgm:pt>
    <dgm:pt modelId="{DAAFC497-CC27-4F62-A67D-AC073133B041}" type="parTrans" cxnId="{D1116AF7-886F-42CC-A26E-E2665EA362D0}">
      <dgm:prSet/>
      <dgm:spPr/>
      <dgm:t>
        <a:bodyPr/>
        <a:lstStyle/>
        <a:p>
          <a:endParaRPr lang="en-US"/>
        </a:p>
      </dgm:t>
    </dgm:pt>
    <dgm:pt modelId="{0DCE2D46-8597-455A-B0C1-923DC1BCC600}" type="sibTrans" cxnId="{D1116AF7-886F-42CC-A26E-E2665EA362D0}">
      <dgm:prSet/>
      <dgm:spPr/>
      <dgm:t>
        <a:bodyPr/>
        <a:lstStyle/>
        <a:p>
          <a:endParaRPr lang="en-US"/>
        </a:p>
      </dgm:t>
    </dgm:pt>
    <dgm:pt modelId="{FB26F938-EB12-4E59-B59D-5728D69C599A}">
      <dgm:prSet phldrT="[Text]" custT="1"/>
      <dgm:spPr/>
      <dgm:t>
        <a:bodyPr/>
        <a:lstStyle/>
        <a:p>
          <a:r>
            <a:rPr lang="en-US" sz="1800" dirty="0"/>
            <a:t>Indirect and direct engagement: Events, demos, website visits, downloads, other interactions</a:t>
          </a:r>
        </a:p>
      </dgm:t>
    </dgm:pt>
    <dgm:pt modelId="{3457AE9E-FE2A-4608-A879-99B4FAC23AE1}" type="parTrans" cxnId="{6BB250F5-F06C-44F3-884E-7DBB8C1B70AD}">
      <dgm:prSet/>
      <dgm:spPr/>
      <dgm:t>
        <a:bodyPr/>
        <a:lstStyle/>
        <a:p>
          <a:endParaRPr lang="en-US"/>
        </a:p>
      </dgm:t>
    </dgm:pt>
    <dgm:pt modelId="{48508D88-620F-494C-ADAC-BA6B63096853}" type="sibTrans" cxnId="{6BB250F5-F06C-44F3-884E-7DBB8C1B70AD}">
      <dgm:prSet/>
      <dgm:spPr/>
      <dgm:t>
        <a:bodyPr/>
        <a:lstStyle/>
        <a:p>
          <a:endParaRPr lang="en-US"/>
        </a:p>
      </dgm:t>
    </dgm:pt>
    <dgm:pt modelId="{4441C1BB-E1D2-4DB3-AF82-35B1D8AE8C06}">
      <dgm:prSet phldrT="[Text]" custT="1"/>
      <dgm:spPr/>
      <dgm:t>
        <a:bodyPr/>
        <a:lstStyle/>
        <a:p>
          <a:r>
            <a:rPr lang="en-US" sz="1800" dirty="0"/>
            <a:t>Competition: Competitive solutions engagement, renewal dates, RFP context</a:t>
          </a:r>
        </a:p>
      </dgm:t>
    </dgm:pt>
    <dgm:pt modelId="{17A31167-DFCA-4792-BADD-883E71F0A663}" type="parTrans" cxnId="{0174A5FB-FC30-4E1C-AE84-5F85BBB17DAC}">
      <dgm:prSet/>
      <dgm:spPr/>
      <dgm:t>
        <a:bodyPr/>
        <a:lstStyle/>
        <a:p>
          <a:endParaRPr lang="en-US"/>
        </a:p>
      </dgm:t>
    </dgm:pt>
    <dgm:pt modelId="{5BEC2CB1-724B-46CD-961B-48FFEA5884D0}" type="sibTrans" cxnId="{0174A5FB-FC30-4E1C-AE84-5F85BBB17DAC}">
      <dgm:prSet/>
      <dgm:spPr/>
      <dgm:t>
        <a:bodyPr/>
        <a:lstStyle/>
        <a:p>
          <a:endParaRPr lang="en-US"/>
        </a:p>
      </dgm:t>
    </dgm:pt>
    <dgm:pt modelId="{DD2C4F05-0004-4680-9698-BEEA8D3EC307}">
      <dgm:prSet phldrT="[Text]" custT="1"/>
      <dgm:spPr/>
      <dgm:t>
        <a:bodyPr/>
        <a:lstStyle/>
        <a:p>
          <a:r>
            <a:rPr lang="en-US" sz="1800" dirty="0"/>
            <a:t>Contact decision-making authority</a:t>
          </a:r>
        </a:p>
      </dgm:t>
    </dgm:pt>
    <dgm:pt modelId="{EA7B18E5-5156-4919-9E26-3D34B8ABAB1B}" type="parTrans" cxnId="{66C57637-7797-446D-8521-4B46CB4253A4}">
      <dgm:prSet/>
      <dgm:spPr/>
      <dgm:t>
        <a:bodyPr/>
        <a:lstStyle/>
        <a:p>
          <a:endParaRPr lang="en-US"/>
        </a:p>
      </dgm:t>
    </dgm:pt>
    <dgm:pt modelId="{A1546A8C-6A30-4080-BA88-9EE67FA772F7}" type="sibTrans" cxnId="{66C57637-7797-446D-8521-4B46CB4253A4}">
      <dgm:prSet/>
      <dgm:spPr/>
      <dgm:t>
        <a:bodyPr/>
        <a:lstStyle/>
        <a:p>
          <a:endParaRPr lang="en-US"/>
        </a:p>
      </dgm:t>
    </dgm:pt>
    <dgm:pt modelId="{CB9D4EAD-0221-4ACC-83FB-480068A5950C}">
      <dgm:prSet phldrT="[Text]" custT="1"/>
      <dgm:spPr/>
      <dgm:t>
        <a:bodyPr/>
        <a:lstStyle/>
        <a:p>
          <a:r>
            <a:rPr lang="en-US" sz="1800" dirty="0"/>
            <a:t>Lead pipeline advancement</a:t>
          </a:r>
        </a:p>
      </dgm:t>
    </dgm:pt>
    <dgm:pt modelId="{F8B9CD5B-30B9-4802-B701-2F087E7E46AC}" type="parTrans" cxnId="{8A1EB9A2-0A91-4221-BD3E-852AB7B34347}">
      <dgm:prSet/>
      <dgm:spPr/>
      <dgm:t>
        <a:bodyPr/>
        <a:lstStyle/>
        <a:p>
          <a:endParaRPr lang="en-US"/>
        </a:p>
      </dgm:t>
    </dgm:pt>
    <dgm:pt modelId="{1DF42439-08CB-403B-ADBA-5BE099E7B754}" type="sibTrans" cxnId="{8A1EB9A2-0A91-4221-BD3E-852AB7B34347}">
      <dgm:prSet/>
      <dgm:spPr/>
      <dgm:t>
        <a:bodyPr/>
        <a:lstStyle/>
        <a:p>
          <a:endParaRPr lang="en-US"/>
        </a:p>
      </dgm:t>
    </dgm:pt>
    <dgm:pt modelId="{ED4AEF25-C367-432F-B7F7-843B9EFFE3FD}">
      <dgm:prSet phldrT="[Text]" custT="1"/>
      <dgm:spPr/>
      <dgm:t>
        <a:bodyPr/>
        <a:lstStyle/>
        <a:p>
          <a:r>
            <a:rPr lang="en-US" sz="1800" dirty="0"/>
            <a:t>Pipeline stagnation</a:t>
          </a:r>
        </a:p>
      </dgm:t>
    </dgm:pt>
    <dgm:pt modelId="{441B500A-D2C6-4994-AC97-28A821A4C4C3}" type="parTrans" cxnId="{EE01D5F8-0820-4CA0-80C8-9E522BAD8FEE}">
      <dgm:prSet/>
      <dgm:spPr/>
      <dgm:t>
        <a:bodyPr/>
        <a:lstStyle/>
        <a:p>
          <a:endParaRPr lang="en-US"/>
        </a:p>
      </dgm:t>
    </dgm:pt>
    <dgm:pt modelId="{EC47A092-CFF5-4041-889C-3A1751926D4A}" type="sibTrans" cxnId="{EE01D5F8-0820-4CA0-80C8-9E522BAD8FEE}">
      <dgm:prSet/>
      <dgm:spPr/>
      <dgm:t>
        <a:bodyPr/>
        <a:lstStyle/>
        <a:p>
          <a:endParaRPr lang="en-US"/>
        </a:p>
      </dgm:t>
    </dgm:pt>
    <dgm:pt modelId="{1D8DF01C-1C99-4307-9819-2F95DB1B0BAD}" type="pres">
      <dgm:prSet presAssocID="{FB3A30C4-11DB-4D6D-8205-EB2DD14E4D70}" presName="Name0" presStyleCnt="0">
        <dgm:presLayoutVars>
          <dgm:dir/>
          <dgm:animLvl val="lvl"/>
          <dgm:resizeHandles val="exact"/>
        </dgm:presLayoutVars>
      </dgm:prSet>
      <dgm:spPr/>
    </dgm:pt>
    <dgm:pt modelId="{5863289D-5F63-49A9-B53D-F2EF7E786F71}" type="pres">
      <dgm:prSet presAssocID="{12D2E03C-9CD8-450B-AAF3-2ABF141C82EE}" presName="composite" presStyleCnt="0"/>
      <dgm:spPr/>
    </dgm:pt>
    <dgm:pt modelId="{03E8AE58-3D3D-4E6E-925D-AB56C9462662}" type="pres">
      <dgm:prSet presAssocID="{12D2E03C-9CD8-450B-AAF3-2ABF141C82EE}" presName="parTx" presStyleLbl="alignNode1" presStyleIdx="0" presStyleCnt="3">
        <dgm:presLayoutVars>
          <dgm:chMax val="0"/>
          <dgm:chPref val="0"/>
          <dgm:bulletEnabled val="1"/>
        </dgm:presLayoutVars>
      </dgm:prSet>
      <dgm:spPr/>
    </dgm:pt>
    <dgm:pt modelId="{311C6519-BFDD-4121-8462-E11FE44896AC}" type="pres">
      <dgm:prSet presAssocID="{12D2E03C-9CD8-450B-AAF3-2ABF141C82EE}" presName="desTx" presStyleLbl="alignAccFollowNode1" presStyleIdx="0" presStyleCnt="3">
        <dgm:presLayoutVars>
          <dgm:bulletEnabled val="1"/>
        </dgm:presLayoutVars>
      </dgm:prSet>
      <dgm:spPr/>
    </dgm:pt>
    <dgm:pt modelId="{4266E232-E710-41F6-BC99-5FAB66CB0536}" type="pres">
      <dgm:prSet presAssocID="{94550DDF-4C52-4AC0-BC49-05781EFF815A}" presName="space" presStyleCnt="0"/>
      <dgm:spPr/>
    </dgm:pt>
    <dgm:pt modelId="{39B34EF3-5116-4CC9-9FD9-7AA31DEBC583}" type="pres">
      <dgm:prSet presAssocID="{EB903F9F-33D3-4723-873E-D2537ACD90BC}" presName="composite" presStyleCnt="0"/>
      <dgm:spPr/>
    </dgm:pt>
    <dgm:pt modelId="{1CC9A1DA-478E-454B-B2EC-6D69D1F89027}" type="pres">
      <dgm:prSet presAssocID="{EB903F9F-33D3-4723-873E-D2537ACD90BC}" presName="parTx" presStyleLbl="alignNode1" presStyleIdx="1" presStyleCnt="3">
        <dgm:presLayoutVars>
          <dgm:chMax val="0"/>
          <dgm:chPref val="0"/>
          <dgm:bulletEnabled val="1"/>
        </dgm:presLayoutVars>
      </dgm:prSet>
      <dgm:spPr/>
    </dgm:pt>
    <dgm:pt modelId="{89AE8671-FBE6-4043-B008-379EC6FE5245}" type="pres">
      <dgm:prSet presAssocID="{EB903F9F-33D3-4723-873E-D2537ACD90BC}" presName="desTx" presStyleLbl="alignAccFollowNode1" presStyleIdx="1" presStyleCnt="3">
        <dgm:presLayoutVars>
          <dgm:bulletEnabled val="1"/>
        </dgm:presLayoutVars>
      </dgm:prSet>
      <dgm:spPr/>
    </dgm:pt>
    <dgm:pt modelId="{EECB4B85-F6EC-4993-B5B8-945EB9A059F5}" type="pres">
      <dgm:prSet presAssocID="{E3BF92B3-0ECC-4EF9-8B11-3E8B2E156778}" presName="space" presStyleCnt="0"/>
      <dgm:spPr/>
    </dgm:pt>
    <dgm:pt modelId="{9EF6143B-3F4A-4381-9E2A-17FF7077579C}" type="pres">
      <dgm:prSet presAssocID="{DB1AAC11-A136-4AB7-B77B-22C4BB312F71}" presName="composite" presStyleCnt="0"/>
      <dgm:spPr/>
    </dgm:pt>
    <dgm:pt modelId="{4DD06A2F-D2F1-4D76-8206-F98B0B03C6D3}" type="pres">
      <dgm:prSet presAssocID="{DB1AAC11-A136-4AB7-B77B-22C4BB312F71}" presName="parTx" presStyleLbl="alignNode1" presStyleIdx="2" presStyleCnt="3">
        <dgm:presLayoutVars>
          <dgm:chMax val="0"/>
          <dgm:chPref val="0"/>
          <dgm:bulletEnabled val="1"/>
        </dgm:presLayoutVars>
      </dgm:prSet>
      <dgm:spPr/>
    </dgm:pt>
    <dgm:pt modelId="{5412FC23-9F40-4108-B81C-3658E40FD06D}" type="pres">
      <dgm:prSet presAssocID="{DB1AAC11-A136-4AB7-B77B-22C4BB312F71}" presName="desTx" presStyleLbl="alignAccFollowNode1" presStyleIdx="2" presStyleCnt="3">
        <dgm:presLayoutVars>
          <dgm:bulletEnabled val="1"/>
        </dgm:presLayoutVars>
      </dgm:prSet>
      <dgm:spPr/>
    </dgm:pt>
  </dgm:ptLst>
  <dgm:cxnLst>
    <dgm:cxn modelId="{6ADF7F09-D39E-40BE-939B-35E5873320D9}" type="presOf" srcId="{4D379CD4-F4F0-4CE8-BE0F-01A274C1A1CA}" destId="{311C6519-BFDD-4121-8462-E11FE44896AC}" srcOrd="0" destOrd="3" presId="urn:microsoft.com/office/officeart/2005/8/layout/hList1"/>
    <dgm:cxn modelId="{A465C20A-02A6-42B9-AEC3-7604E485007C}" srcId="{FB3A30C4-11DB-4D6D-8205-EB2DD14E4D70}" destId="{DB1AAC11-A136-4AB7-B77B-22C4BB312F71}" srcOrd="2" destOrd="0" parTransId="{E1438BDF-74CC-4317-8DDB-D70ADC6F2DA5}" sibTransId="{4E2D2E58-CFEF-44CC-91EF-BB758E1A2F18}"/>
    <dgm:cxn modelId="{8097EC23-EE4B-4DC3-9798-6C723E4068DD}" type="presOf" srcId="{4441C1BB-E1D2-4DB3-AF82-35B1D8AE8C06}" destId="{89AE8671-FBE6-4043-B008-379EC6FE5245}" srcOrd="0" destOrd="1" presId="urn:microsoft.com/office/officeart/2005/8/layout/hList1"/>
    <dgm:cxn modelId="{8B730D30-25DF-4F2E-A2BB-05661FA9C23E}" type="presOf" srcId="{6AA53168-F773-478E-9368-F9020886DCE8}" destId="{311C6519-BFDD-4121-8462-E11FE44896AC}" srcOrd="0" destOrd="0" presId="urn:microsoft.com/office/officeart/2005/8/layout/hList1"/>
    <dgm:cxn modelId="{34500732-DD4D-49DC-9441-112806F8CD8E}" srcId="{12D2E03C-9CD8-450B-AAF3-2ABF141C82EE}" destId="{6AA53168-F773-478E-9368-F9020886DCE8}" srcOrd="0" destOrd="0" parTransId="{00CCD06A-85D6-4955-824F-135D03637DCA}" sibTransId="{9D03EB0F-7163-47CC-B86F-47B289EE6DE3}"/>
    <dgm:cxn modelId="{66C57637-7797-446D-8521-4B46CB4253A4}" srcId="{EB903F9F-33D3-4723-873E-D2537ACD90BC}" destId="{DD2C4F05-0004-4680-9698-BEEA8D3EC307}" srcOrd="2" destOrd="0" parTransId="{EA7B18E5-5156-4919-9E26-3D34B8ABAB1B}" sibTransId="{A1546A8C-6A30-4080-BA88-9EE67FA772F7}"/>
    <dgm:cxn modelId="{622EE037-B8C0-478B-8EAA-AD7BA86CAB9C}" srcId="{FB3A30C4-11DB-4D6D-8205-EB2DD14E4D70}" destId="{EB903F9F-33D3-4723-873E-D2537ACD90BC}" srcOrd="1" destOrd="0" parTransId="{FA20B47C-3B42-41CD-A52C-F1C66F2C6A4D}" sibTransId="{E3BF92B3-0ECC-4EF9-8B11-3E8B2E156778}"/>
    <dgm:cxn modelId="{52D2193E-961B-4908-A373-A7D02C66606A}" type="presOf" srcId="{12D2E03C-9CD8-450B-AAF3-2ABF141C82EE}" destId="{03E8AE58-3D3D-4E6E-925D-AB56C9462662}" srcOrd="0" destOrd="0" presId="urn:microsoft.com/office/officeart/2005/8/layout/hList1"/>
    <dgm:cxn modelId="{4F0D7340-CC69-42E8-9929-D9FEB9CE1F89}" type="presOf" srcId="{FB26F938-EB12-4E59-B59D-5728D69C599A}" destId="{89AE8671-FBE6-4043-B008-379EC6FE5245}" srcOrd="0" destOrd="0" presId="urn:microsoft.com/office/officeart/2005/8/layout/hList1"/>
    <dgm:cxn modelId="{4F39A25C-1F6D-4601-B6EF-42EBA18299A5}" srcId="{12D2E03C-9CD8-450B-AAF3-2ABF141C82EE}" destId="{A01CB613-C047-4939-84E3-613CE79D1100}" srcOrd="1" destOrd="0" parTransId="{46FA1D3C-6F6F-4F26-A311-4D0435DC9FCA}" sibTransId="{3CB1BA58-A252-4C69-86D0-6169ECB44497}"/>
    <dgm:cxn modelId="{F5EC1647-E1CA-4C1D-B71A-F89FA8ED36A6}" type="presOf" srcId="{A01CB613-C047-4939-84E3-613CE79D1100}" destId="{311C6519-BFDD-4121-8462-E11FE44896AC}" srcOrd="0" destOrd="1" presId="urn:microsoft.com/office/officeart/2005/8/layout/hList1"/>
    <dgm:cxn modelId="{E768DA6C-7928-4933-93E2-FA74539D72A3}" type="presOf" srcId="{CB9D4EAD-0221-4ACC-83FB-480068A5950C}" destId="{5412FC23-9F40-4108-B81C-3658E40FD06D}" srcOrd="0" destOrd="0" presId="urn:microsoft.com/office/officeart/2005/8/layout/hList1"/>
    <dgm:cxn modelId="{6DFDAE71-FFD1-46BD-8B32-8A17A3670AF0}" type="presOf" srcId="{DD2C4F05-0004-4680-9698-BEEA8D3EC307}" destId="{89AE8671-FBE6-4043-B008-379EC6FE5245}" srcOrd="0" destOrd="2" presId="urn:microsoft.com/office/officeart/2005/8/layout/hList1"/>
    <dgm:cxn modelId="{3D0A378F-D072-4D7C-8185-F879A42C545D}" type="presOf" srcId="{ED4AEF25-C367-432F-B7F7-843B9EFFE3FD}" destId="{5412FC23-9F40-4108-B81C-3658E40FD06D}" srcOrd="0" destOrd="1" presId="urn:microsoft.com/office/officeart/2005/8/layout/hList1"/>
    <dgm:cxn modelId="{D3CFE39A-13BC-4D42-ABF5-CAC8603A8E13}" type="presOf" srcId="{DB1AAC11-A136-4AB7-B77B-22C4BB312F71}" destId="{4DD06A2F-D2F1-4D76-8206-F98B0B03C6D3}" srcOrd="0" destOrd="0" presId="urn:microsoft.com/office/officeart/2005/8/layout/hList1"/>
    <dgm:cxn modelId="{1470909B-0FBF-4905-9D52-68EC693DDF58}" type="presOf" srcId="{FB3A30C4-11DB-4D6D-8205-EB2DD14E4D70}" destId="{1D8DF01C-1C99-4307-9819-2F95DB1B0BAD}" srcOrd="0" destOrd="0" presId="urn:microsoft.com/office/officeart/2005/8/layout/hList1"/>
    <dgm:cxn modelId="{8A1EB9A2-0A91-4221-BD3E-852AB7B34347}" srcId="{DB1AAC11-A136-4AB7-B77B-22C4BB312F71}" destId="{CB9D4EAD-0221-4ACC-83FB-480068A5950C}" srcOrd="0" destOrd="0" parTransId="{F8B9CD5B-30B9-4802-B701-2F087E7E46AC}" sibTransId="{1DF42439-08CB-403B-ADBA-5BE099E7B754}"/>
    <dgm:cxn modelId="{AE8A79B4-3F6C-4143-82F0-CD493B54BFB2}" type="presOf" srcId="{EB903F9F-33D3-4723-873E-D2537ACD90BC}" destId="{1CC9A1DA-478E-454B-B2EC-6D69D1F89027}" srcOrd="0" destOrd="0" presId="urn:microsoft.com/office/officeart/2005/8/layout/hList1"/>
    <dgm:cxn modelId="{166F8CE4-5630-4B79-BC95-A15D44E8C0F1}" type="presOf" srcId="{62124DEC-9C5F-49D7-9AB9-A76AE0CA04BF}" destId="{311C6519-BFDD-4121-8462-E11FE44896AC}" srcOrd="0" destOrd="2" presId="urn:microsoft.com/office/officeart/2005/8/layout/hList1"/>
    <dgm:cxn modelId="{568E40EE-EBC5-4110-AE49-57810018E39C}" srcId="{12D2E03C-9CD8-450B-AAF3-2ABF141C82EE}" destId="{62124DEC-9C5F-49D7-9AB9-A76AE0CA04BF}" srcOrd="2" destOrd="0" parTransId="{443D4988-75C9-4E6F-9FA9-FB0179D4C4AD}" sibTransId="{58FEBECE-9113-4842-A078-A100C24D93FD}"/>
    <dgm:cxn modelId="{6BB250F5-F06C-44F3-884E-7DBB8C1B70AD}" srcId="{EB903F9F-33D3-4723-873E-D2537ACD90BC}" destId="{FB26F938-EB12-4E59-B59D-5728D69C599A}" srcOrd="0" destOrd="0" parTransId="{3457AE9E-FE2A-4608-A879-99B4FAC23AE1}" sibTransId="{48508D88-620F-494C-ADAC-BA6B63096853}"/>
    <dgm:cxn modelId="{D1116AF7-886F-42CC-A26E-E2665EA362D0}" srcId="{12D2E03C-9CD8-450B-AAF3-2ABF141C82EE}" destId="{4D379CD4-F4F0-4CE8-BE0F-01A274C1A1CA}" srcOrd="3" destOrd="0" parTransId="{DAAFC497-CC27-4F62-A67D-AC073133B041}" sibTransId="{0DCE2D46-8597-455A-B0C1-923DC1BCC600}"/>
    <dgm:cxn modelId="{EE01D5F8-0820-4CA0-80C8-9E522BAD8FEE}" srcId="{DB1AAC11-A136-4AB7-B77B-22C4BB312F71}" destId="{ED4AEF25-C367-432F-B7F7-843B9EFFE3FD}" srcOrd="1" destOrd="0" parTransId="{441B500A-D2C6-4994-AC97-28A821A4C4C3}" sibTransId="{EC47A092-CFF5-4041-889C-3A1751926D4A}"/>
    <dgm:cxn modelId="{0174A5FB-FC30-4E1C-AE84-5F85BBB17DAC}" srcId="{EB903F9F-33D3-4723-873E-D2537ACD90BC}" destId="{4441C1BB-E1D2-4DB3-AF82-35B1D8AE8C06}" srcOrd="1" destOrd="0" parTransId="{17A31167-DFCA-4792-BADD-883E71F0A663}" sibTransId="{5BEC2CB1-724B-46CD-961B-48FFEA5884D0}"/>
    <dgm:cxn modelId="{9D13ABFF-23EC-4C96-81A2-0BF9780A1CAC}" srcId="{FB3A30C4-11DB-4D6D-8205-EB2DD14E4D70}" destId="{12D2E03C-9CD8-450B-AAF3-2ABF141C82EE}" srcOrd="0" destOrd="0" parTransId="{6AEC2E93-444E-4D4E-BBAF-2ED88B88A6F3}" sibTransId="{94550DDF-4C52-4AC0-BC49-05781EFF815A}"/>
    <dgm:cxn modelId="{9275705B-8F6F-4BD6-B2FF-C979C47323CA}" type="presParOf" srcId="{1D8DF01C-1C99-4307-9819-2F95DB1B0BAD}" destId="{5863289D-5F63-49A9-B53D-F2EF7E786F71}" srcOrd="0" destOrd="0" presId="urn:microsoft.com/office/officeart/2005/8/layout/hList1"/>
    <dgm:cxn modelId="{A3DFF55E-3701-471C-AFA0-A6C3376A0570}" type="presParOf" srcId="{5863289D-5F63-49A9-B53D-F2EF7E786F71}" destId="{03E8AE58-3D3D-4E6E-925D-AB56C9462662}" srcOrd="0" destOrd="0" presId="urn:microsoft.com/office/officeart/2005/8/layout/hList1"/>
    <dgm:cxn modelId="{BAEC2B18-4308-4F16-92EA-DD2A9370B9BA}" type="presParOf" srcId="{5863289D-5F63-49A9-B53D-F2EF7E786F71}" destId="{311C6519-BFDD-4121-8462-E11FE44896AC}" srcOrd="1" destOrd="0" presId="urn:microsoft.com/office/officeart/2005/8/layout/hList1"/>
    <dgm:cxn modelId="{72E62440-E654-4D7C-9FFD-0D293D1AB679}" type="presParOf" srcId="{1D8DF01C-1C99-4307-9819-2F95DB1B0BAD}" destId="{4266E232-E710-41F6-BC99-5FAB66CB0536}" srcOrd="1" destOrd="0" presId="urn:microsoft.com/office/officeart/2005/8/layout/hList1"/>
    <dgm:cxn modelId="{75C3F01E-AFAF-4BC5-8477-4EDC364DBE4E}" type="presParOf" srcId="{1D8DF01C-1C99-4307-9819-2F95DB1B0BAD}" destId="{39B34EF3-5116-4CC9-9FD9-7AA31DEBC583}" srcOrd="2" destOrd="0" presId="urn:microsoft.com/office/officeart/2005/8/layout/hList1"/>
    <dgm:cxn modelId="{A0C04389-58EF-4CC7-BDAB-C8B09201A023}" type="presParOf" srcId="{39B34EF3-5116-4CC9-9FD9-7AA31DEBC583}" destId="{1CC9A1DA-478E-454B-B2EC-6D69D1F89027}" srcOrd="0" destOrd="0" presId="urn:microsoft.com/office/officeart/2005/8/layout/hList1"/>
    <dgm:cxn modelId="{A05DF404-083C-499F-BFD0-36E695475421}" type="presParOf" srcId="{39B34EF3-5116-4CC9-9FD9-7AA31DEBC583}" destId="{89AE8671-FBE6-4043-B008-379EC6FE5245}" srcOrd="1" destOrd="0" presId="urn:microsoft.com/office/officeart/2005/8/layout/hList1"/>
    <dgm:cxn modelId="{F7F92DE7-838A-457A-A107-58FAF474BA75}" type="presParOf" srcId="{1D8DF01C-1C99-4307-9819-2F95DB1B0BAD}" destId="{EECB4B85-F6EC-4993-B5B8-945EB9A059F5}" srcOrd="3" destOrd="0" presId="urn:microsoft.com/office/officeart/2005/8/layout/hList1"/>
    <dgm:cxn modelId="{88895BE4-8877-4B45-A6E4-3533658508FB}" type="presParOf" srcId="{1D8DF01C-1C99-4307-9819-2F95DB1B0BAD}" destId="{9EF6143B-3F4A-4381-9E2A-17FF7077579C}" srcOrd="4" destOrd="0" presId="urn:microsoft.com/office/officeart/2005/8/layout/hList1"/>
    <dgm:cxn modelId="{0A9D9015-A031-4EF5-88D1-91F5A524CBC0}" type="presParOf" srcId="{9EF6143B-3F4A-4381-9E2A-17FF7077579C}" destId="{4DD06A2F-D2F1-4D76-8206-F98B0B03C6D3}" srcOrd="0" destOrd="0" presId="urn:microsoft.com/office/officeart/2005/8/layout/hList1"/>
    <dgm:cxn modelId="{42D651BE-6B1B-4FE8-98C9-D211AA0A666E}" type="presParOf" srcId="{9EF6143B-3F4A-4381-9E2A-17FF7077579C}" destId="{5412FC23-9F40-4108-B81C-3658E40FD06D}"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07640C4-7C30-4A84-A6DC-B7C7479CE3C4}" type="doc">
      <dgm:prSet loTypeId="urn:microsoft.com/office/officeart/2005/8/layout/pyramid3" loCatId="pyramid" qsTypeId="urn:microsoft.com/office/officeart/2005/8/quickstyle/simple1" qsCatId="simple" csTypeId="urn:microsoft.com/office/officeart/2005/8/colors/accent1_2" csCatId="accent1" phldr="1"/>
      <dgm:spPr/>
    </dgm:pt>
    <dgm:pt modelId="{A277249B-B938-4BB7-A668-46CDAB1A9B46}">
      <dgm:prSet phldrT="[Text]" custT="1"/>
      <dgm:spPr/>
      <dgm:t>
        <a:bodyPr/>
        <a:lstStyle/>
        <a:p>
          <a:r>
            <a:rPr lang="en-US" sz="800" b="1" dirty="0"/>
            <a:t>Prospecting</a:t>
          </a:r>
        </a:p>
      </dgm:t>
    </dgm:pt>
    <dgm:pt modelId="{7EEC1A1C-CCFC-407E-B8FC-D1019FCB0E8D}" type="parTrans" cxnId="{6DA31116-118D-4747-A931-E414A3296DCB}">
      <dgm:prSet/>
      <dgm:spPr/>
      <dgm:t>
        <a:bodyPr/>
        <a:lstStyle/>
        <a:p>
          <a:endParaRPr lang="en-US" b="1"/>
        </a:p>
      </dgm:t>
    </dgm:pt>
    <dgm:pt modelId="{ACECB5B9-E7D8-4015-8EFF-1975BF601391}" type="sibTrans" cxnId="{6DA31116-118D-4747-A931-E414A3296DCB}">
      <dgm:prSet/>
      <dgm:spPr/>
      <dgm:t>
        <a:bodyPr/>
        <a:lstStyle/>
        <a:p>
          <a:endParaRPr lang="en-US" b="1"/>
        </a:p>
      </dgm:t>
    </dgm:pt>
    <dgm:pt modelId="{FC2D1BEE-6359-41FA-9BC7-2054051AE712}">
      <dgm:prSet phldrT="[Text]" custT="1"/>
      <dgm:spPr/>
      <dgm:t>
        <a:bodyPr/>
        <a:lstStyle/>
        <a:p>
          <a:r>
            <a:rPr lang="en-US" sz="800" b="1" dirty="0"/>
            <a:t>Qualified</a:t>
          </a:r>
        </a:p>
      </dgm:t>
    </dgm:pt>
    <dgm:pt modelId="{4A318D28-4272-4236-BBDD-1B72E421F59D}" type="parTrans" cxnId="{43D70973-B900-46CE-8A48-3C14FB8E5787}">
      <dgm:prSet/>
      <dgm:spPr/>
      <dgm:t>
        <a:bodyPr/>
        <a:lstStyle/>
        <a:p>
          <a:endParaRPr lang="en-US" b="1"/>
        </a:p>
      </dgm:t>
    </dgm:pt>
    <dgm:pt modelId="{0AAC8A92-2420-4DB8-BA45-2245713EBAF8}" type="sibTrans" cxnId="{43D70973-B900-46CE-8A48-3C14FB8E5787}">
      <dgm:prSet/>
      <dgm:spPr/>
      <dgm:t>
        <a:bodyPr/>
        <a:lstStyle/>
        <a:p>
          <a:endParaRPr lang="en-US" b="1"/>
        </a:p>
      </dgm:t>
    </dgm:pt>
    <dgm:pt modelId="{4462A4D7-36CC-4D3A-A999-8A2B40CCB1DB}">
      <dgm:prSet phldrT="[Text]" custT="1"/>
      <dgm:spPr/>
      <dgm:t>
        <a:bodyPr/>
        <a:lstStyle/>
        <a:p>
          <a:r>
            <a:rPr lang="en-US" sz="800" b="1" dirty="0"/>
            <a:t>Proposal</a:t>
          </a:r>
        </a:p>
      </dgm:t>
    </dgm:pt>
    <dgm:pt modelId="{49897FDB-5A03-4CBB-9437-B6F9866C0EA6}" type="parTrans" cxnId="{B12740CA-3AA0-4860-BF4A-30B97AA7A1B7}">
      <dgm:prSet/>
      <dgm:spPr/>
      <dgm:t>
        <a:bodyPr/>
        <a:lstStyle/>
        <a:p>
          <a:endParaRPr lang="en-US" b="1"/>
        </a:p>
      </dgm:t>
    </dgm:pt>
    <dgm:pt modelId="{ECEB8068-B4A1-45B9-A645-0018F3AA4371}" type="sibTrans" cxnId="{B12740CA-3AA0-4860-BF4A-30B97AA7A1B7}">
      <dgm:prSet/>
      <dgm:spPr/>
      <dgm:t>
        <a:bodyPr/>
        <a:lstStyle/>
        <a:p>
          <a:endParaRPr lang="en-US" b="1"/>
        </a:p>
      </dgm:t>
    </dgm:pt>
    <dgm:pt modelId="{C67D00FC-F9EF-4EE0-96A1-5407742A1B3A}">
      <dgm:prSet phldrT="[Text]" custT="1"/>
      <dgm:spPr/>
      <dgm:t>
        <a:bodyPr/>
        <a:lstStyle/>
        <a:p>
          <a:r>
            <a:rPr lang="en-US" sz="800" b="1" dirty="0"/>
            <a:t>Negotiation</a:t>
          </a:r>
        </a:p>
      </dgm:t>
    </dgm:pt>
    <dgm:pt modelId="{5268838A-FCD4-4B02-AF02-60EC5DE2DEA8}" type="parTrans" cxnId="{20BE23BF-2680-4019-A4E3-8D93B62CBD87}">
      <dgm:prSet/>
      <dgm:spPr/>
      <dgm:t>
        <a:bodyPr/>
        <a:lstStyle/>
        <a:p>
          <a:endParaRPr lang="en-US" b="1"/>
        </a:p>
      </dgm:t>
    </dgm:pt>
    <dgm:pt modelId="{2AE26327-052F-4ADE-A228-4221C80C625A}" type="sibTrans" cxnId="{20BE23BF-2680-4019-A4E3-8D93B62CBD87}">
      <dgm:prSet/>
      <dgm:spPr/>
      <dgm:t>
        <a:bodyPr/>
        <a:lstStyle/>
        <a:p>
          <a:endParaRPr lang="en-US" b="1"/>
        </a:p>
      </dgm:t>
    </dgm:pt>
    <dgm:pt modelId="{F2ECAD5C-6707-4627-8D02-5AB1AD4796AE}">
      <dgm:prSet phldrT="[Text]" custT="1"/>
      <dgm:spPr/>
      <dgm:t>
        <a:bodyPr/>
        <a:lstStyle/>
        <a:p>
          <a:r>
            <a:rPr lang="en-US" sz="800" b="1" dirty="0"/>
            <a:t>Conversion</a:t>
          </a:r>
        </a:p>
      </dgm:t>
    </dgm:pt>
    <dgm:pt modelId="{17C3B5A4-5E2B-469E-8BE3-573BFC460D9F}" type="parTrans" cxnId="{94139AB8-C5B8-4478-A03C-D6AF1AF798FC}">
      <dgm:prSet/>
      <dgm:spPr/>
      <dgm:t>
        <a:bodyPr/>
        <a:lstStyle/>
        <a:p>
          <a:endParaRPr lang="en-US" b="1"/>
        </a:p>
      </dgm:t>
    </dgm:pt>
    <dgm:pt modelId="{7E94A813-9852-4B36-8E1D-7D4FE50A2D14}" type="sibTrans" cxnId="{94139AB8-C5B8-4478-A03C-D6AF1AF798FC}">
      <dgm:prSet/>
      <dgm:spPr/>
      <dgm:t>
        <a:bodyPr/>
        <a:lstStyle/>
        <a:p>
          <a:endParaRPr lang="en-US" b="1"/>
        </a:p>
      </dgm:t>
    </dgm:pt>
    <dgm:pt modelId="{D633D091-0993-4B13-B0CD-204FD4E1B905}" type="pres">
      <dgm:prSet presAssocID="{107640C4-7C30-4A84-A6DC-B7C7479CE3C4}" presName="Name0" presStyleCnt="0">
        <dgm:presLayoutVars>
          <dgm:dir/>
          <dgm:animLvl val="lvl"/>
          <dgm:resizeHandles val="exact"/>
        </dgm:presLayoutVars>
      </dgm:prSet>
      <dgm:spPr/>
    </dgm:pt>
    <dgm:pt modelId="{AA4216B7-FD29-473C-9794-16D1C1744238}" type="pres">
      <dgm:prSet presAssocID="{A277249B-B938-4BB7-A668-46CDAB1A9B46}" presName="Name8" presStyleCnt="0"/>
      <dgm:spPr/>
    </dgm:pt>
    <dgm:pt modelId="{173D6033-5C98-442C-A432-15BE1B38D779}" type="pres">
      <dgm:prSet presAssocID="{A277249B-B938-4BB7-A668-46CDAB1A9B46}" presName="level" presStyleLbl="node1" presStyleIdx="0" presStyleCnt="5">
        <dgm:presLayoutVars>
          <dgm:chMax val="1"/>
          <dgm:bulletEnabled val="1"/>
        </dgm:presLayoutVars>
      </dgm:prSet>
      <dgm:spPr/>
    </dgm:pt>
    <dgm:pt modelId="{5B58E29B-4F30-442E-A636-242C87045EE8}" type="pres">
      <dgm:prSet presAssocID="{A277249B-B938-4BB7-A668-46CDAB1A9B46}" presName="levelTx" presStyleLbl="revTx" presStyleIdx="0" presStyleCnt="0">
        <dgm:presLayoutVars>
          <dgm:chMax val="1"/>
          <dgm:bulletEnabled val="1"/>
        </dgm:presLayoutVars>
      </dgm:prSet>
      <dgm:spPr/>
    </dgm:pt>
    <dgm:pt modelId="{6A38462B-CDC2-4A65-9B6E-1D8B01D200BD}" type="pres">
      <dgm:prSet presAssocID="{FC2D1BEE-6359-41FA-9BC7-2054051AE712}" presName="Name8" presStyleCnt="0"/>
      <dgm:spPr/>
    </dgm:pt>
    <dgm:pt modelId="{1B6CF3ED-81FF-4998-A144-6CA7EE05A82D}" type="pres">
      <dgm:prSet presAssocID="{FC2D1BEE-6359-41FA-9BC7-2054051AE712}" presName="level" presStyleLbl="node1" presStyleIdx="1" presStyleCnt="5">
        <dgm:presLayoutVars>
          <dgm:chMax val="1"/>
          <dgm:bulletEnabled val="1"/>
        </dgm:presLayoutVars>
      </dgm:prSet>
      <dgm:spPr/>
    </dgm:pt>
    <dgm:pt modelId="{19F6A080-FB48-4EB7-BBBA-B0F4CF1F7180}" type="pres">
      <dgm:prSet presAssocID="{FC2D1BEE-6359-41FA-9BC7-2054051AE712}" presName="levelTx" presStyleLbl="revTx" presStyleIdx="0" presStyleCnt="0">
        <dgm:presLayoutVars>
          <dgm:chMax val="1"/>
          <dgm:bulletEnabled val="1"/>
        </dgm:presLayoutVars>
      </dgm:prSet>
      <dgm:spPr/>
    </dgm:pt>
    <dgm:pt modelId="{8CEAB4D0-C9B4-4E3C-A02B-0BBCE8BD20BE}" type="pres">
      <dgm:prSet presAssocID="{4462A4D7-36CC-4D3A-A999-8A2B40CCB1DB}" presName="Name8" presStyleCnt="0"/>
      <dgm:spPr/>
    </dgm:pt>
    <dgm:pt modelId="{4BACB110-3F33-408A-A5D8-EF96876F3AD0}" type="pres">
      <dgm:prSet presAssocID="{4462A4D7-36CC-4D3A-A999-8A2B40CCB1DB}" presName="level" presStyleLbl="node1" presStyleIdx="2" presStyleCnt="5">
        <dgm:presLayoutVars>
          <dgm:chMax val="1"/>
          <dgm:bulletEnabled val="1"/>
        </dgm:presLayoutVars>
      </dgm:prSet>
      <dgm:spPr/>
    </dgm:pt>
    <dgm:pt modelId="{BE7245D1-9F7C-4854-B91B-D55020451645}" type="pres">
      <dgm:prSet presAssocID="{4462A4D7-36CC-4D3A-A999-8A2B40CCB1DB}" presName="levelTx" presStyleLbl="revTx" presStyleIdx="0" presStyleCnt="0">
        <dgm:presLayoutVars>
          <dgm:chMax val="1"/>
          <dgm:bulletEnabled val="1"/>
        </dgm:presLayoutVars>
      </dgm:prSet>
      <dgm:spPr/>
    </dgm:pt>
    <dgm:pt modelId="{728B2C37-7BB3-4EC6-9609-5C2714A769F1}" type="pres">
      <dgm:prSet presAssocID="{C67D00FC-F9EF-4EE0-96A1-5407742A1B3A}" presName="Name8" presStyleCnt="0"/>
      <dgm:spPr/>
    </dgm:pt>
    <dgm:pt modelId="{DB6804FC-B2E0-430E-9284-5D12E0C93009}" type="pres">
      <dgm:prSet presAssocID="{C67D00FC-F9EF-4EE0-96A1-5407742A1B3A}" presName="level" presStyleLbl="node1" presStyleIdx="3" presStyleCnt="5">
        <dgm:presLayoutVars>
          <dgm:chMax val="1"/>
          <dgm:bulletEnabled val="1"/>
        </dgm:presLayoutVars>
      </dgm:prSet>
      <dgm:spPr/>
    </dgm:pt>
    <dgm:pt modelId="{829C0656-2627-4BFB-A459-A880C3CE6FCA}" type="pres">
      <dgm:prSet presAssocID="{C67D00FC-F9EF-4EE0-96A1-5407742A1B3A}" presName="levelTx" presStyleLbl="revTx" presStyleIdx="0" presStyleCnt="0">
        <dgm:presLayoutVars>
          <dgm:chMax val="1"/>
          <dgm:bulletEnabled val="1"/>
        </dgm:presLayoutVars>
      </dgm:prSet>
      <dgm:spPr/>
    </dgm:pt>
    <dgm:pt modelId="{21276B1D-047A-4868-BB91-414D0381B5FE}" type="pres">
      <dgm:prSet presAssocID="{F2ECAD5C-6707-4627-8D02-5AB1AD4796AE}" presName="Name8" presStyleCnt="0"/>
      <dgm:spPr/>
    </dgm:pt>
    <dgm:pt modelId="{12D0E099-F53C-49E2-9F2E-0D7D810A7B1A}" type="pres">
      <dgm:prSet presAssocID="{F2ECAD5C-6707-4627-8D02-5AB1AD4796AE}" presName="level" presStyleLbl="node1" presStyleIdx="4" presStyleCnt="5">
        <dgm:presLayoutVars>
          <dgm:chMax val="1"/>
          <dgm:bulletEnabled val="1"/>
        </dgm:presLayoutVars>
      </dgm:prSet>
      <dgm:spPr/>
    </dgm:pt>
    <dgm:pt modelId="{29FB6C11-64A8-48EF-B15A-AB291A715608}" type="pres">
      <dgm:prSet presAssocID="{F2ECAD5C-6707-4627-8D02-5AB1AD4796AE}" presName="levelTx" presStyleLbl="revTx" presStyleIdx="0" presStyleCnt="0">
        <dgm:presLayoutVars>
          <dgm:chMax val="1"/>
          <dgm:bulletEnabled val="1"/>
        </dgm:presLayoutVars>
      </dgm:prSet>
      <dgm:spPr/>
    </dgm:pt>
  </dgm:ptLst>
  <dgm:cxnLst>
    <dgm:cxn modelId="{356BF604-F044-43DA-AF47-4125D41F28EF}" type="presOf" srcId="{4462A4D7-36CC-4D3A-A999-8A2B40CCB1DB}" destId="{BE7245D1-9F7C-4854-B91B-D55020451645}" srcOrd="1" destOrd="0" presId="urn:microsoft.com/office/officeart/2005/8/layout/pyramid3"/>
    <dgm:cxn modelId="{D369150A-A9E1-43D9-AFDA-CFB0B9E8DA3A}" type="presOf" srcId="{FC2D1BEE-6359-41FA-9BC7-2054051AE712}" destId="{1B6CF3ED-81FF-4998-A144-6CA7EE05A82D}" srcOrd="0" destOrd="0" presId="urn:microsoft.com/office/officeart/2005/8/layout/pyramid3"/>
    <dgm:cxn modelId="{1BF8AC14-502C-4D12-ABC4-6B8893AB0343}" type="presOf" srcId="{C67D00FC-F9EF-4EE0-96A1-5407742A1B3A}" destId="{DB6804FC-B2E0-430E-9284-5D12E0C93009}" srcOrd="0" destOrd="0" presId="urn:microsoft.com/office/officeart/2005/8/layout/pyramid3"/>
    <dgm:cxn modelId="{6DA31116-118D-4747-A931-E414A3296DCB}" srcId="{107640C4-7C30-4A84-A6DC-B7C7479CE3C4}" destId="{A277249B-B938-4BB7-A668-46CDAB1A9B46}" srcOrd="0" destOrd="0" parTransId="{7EEC1A1C-CCFC-407E-B8FC-D1019FCB0E8D}" sibTransId="{ACECB5B9-E7D8-4015-8EFF-1975BF601391}"/>
    <dgm:cxn modelId="{7659DE2F-F32C-4C2E-82AE-8A2616218AD9}" type="presOf" srcId="{FC2D1BEE-6359-41FA-9BC7-2054051AE712}" destId="{19F6A080-FB48-4EB7-BBBA-B0F4CF1F7180}" srcOrd="1" destOrd="0" presId="urn:microsoft.com/office/officeart/2005/8/layout/pyramid3"/>
    <dgm:cxn modelId="{5F743A50-F092-48C8-8794-D7A8BFB1C8B0}" type="presOf" srcId="{F2ECAD5C-6707-4627-8D02-5AB1AD4796AE}" destId="{12D0E099-F53C-49E2-9F2E-0D7D810A7B1A}" srcOrd="0" destOrd="0" presId="urn:microsoft.com/office/officeart/2005/8/layout/pyramid3"/>
    <dgm:cxn modelId="{43D70973-B900-46CE-8A48-3C14FB8E5787}" srcId="{107640C4-7C30-4A84-A6DC-B7C7479CE3C4}" destId="{FC2D1BEE-6359-41FA-9BC7-2054051AE712}" srcOrd="1" destOrd="0" parTransId="{4A318D28-4272-4236-BBDD-1B72E421F59D}" sibTransId="{0AAC8A92-2420-4DB8-BA45-2245713EBAF8}"/>
    <dgm:cxn modelId="{C6BF0898-8C4A-4BEB-B8FB-8EB56E510289}" type="presOf" srcId="{F2ECAD5C-6707-4627-8D02-5AB1AD4796AE}" destId="{29FB6C11-64A8-48EF-B15A-AB291A715608}" srcOrd="1" destOrd="0" presId="urn:microsoft.com/office/officeart/2005/8/layout/pyramid3"/>
    <dgm:cxn modelId="{D9F6A2A2-1A3B-4145-91CB-8ADF9DC81900}" type="presOf" srcId="{A277249B-B938-4BB7-A668-46CDAB1A9B46}" destId="{5B58E29B-4F30-442E-A636-242C87045EE8}" srcOrd="1" destOrd="0" presId="urn:microsoft.com/office/officeart/2005/8/layout/pyramid3"/>
    <dgm:cxn modelId="{4206A2B3-A9F8-4AA8-99BA-F7411DF94F11}" type="presOf" srcId="{4462A4D7-36CC-4D3A-A999-8A2B40CCB1DB}" destId="{4BACB110-3F33-408A-A5D8-EF96876F3AD0}" srcOrd="0" destOrd="0" presId="urn:microsoft.com/office/officeart/2005/8/layout/pyramid3"/>
    <dgm:cxn modelId="{94139AB8-C5B8-4478-A03C-D6AF1AF798FC}" srcId="{107640C4-7C30-4A84-A6DC-B7C7479CE3C4}" destId="{F2ECAD5C-6707-4627-8D02-5AB1AD4796AE}" srcOrd="4" destOrd="0" parTransId="{17C3B5A4-5E2B-469E-8BE3-573BFC460D9F}" sibTransId="{7E94A813-9852-4B36-8E1D-7D4FE50A2D14}"/>
    <dgm:cxn modelId="{6444EBBC-8586-4B09-BAE5-E07AD4615085}" type="presOf" srcId="{107640C4-7C30-4A84-A6DC-B7C7479CE3C4}" destId="{D633D091-0993-4B13-B0CD-204FD4E1B905}" srcOrd="0" destOrd="0" presId="urn:microsoft.com/office/officeart/2005/8/layout/pyramid3"/>
    <dgm:cxn modelId="{20BE23BF-2680-4019-A4E3-8D93B62CBD87}" srcId="{107640C4-7C30-4A84-A6DC-B7C7479CE3C4}" destId="{C67D00FC-F9EF-4EE0-96A1-5407742A1B3A}" srcOrd="3" destOrd="0" parTransId="{5268838A-FCD4-4B02-AF02-60EC5DE2DEA8}" sibTransId="{2AE26327-052F-4ADE-A228-4221C80C625A}"/>
    <dgm:cxn modelId="{B12740CA-3AA0-4860-BF4A-30B97AA7A1B7}" srcId="{107640C4-7C30-4A84-A6DC-B7C7479CE3C4}" destId="{4462A4D7-36CC-4D3A-A999-8A2B40CCB1DB}" srcOrd="2" destOrd="0" parTransId="{49897FDB-5A03-4CBB-9437-B6F9866C0EA6}" sibTransId="{ECEB8068-B4A1-45B9-A645-0018F3AA4371}"/>
    <dgm:cxn modelId="{5C6107EB-F9B7-41B5-B593-922F496452CB}" type="presOf" srcId="{A277249B-B938-4BB7-A668-46CDAB1A9B46}" destId="{173D6033-5C98-442C-A432-15BE1B38D779}" srcOrd="0" destOrd="0" presId="urn:microsoft.com/office/officeart/2005/8/layout/pyramid3"/>
    <dgm:cxn modelId="{5AD8C9EF-78E7-4547-95C1-BC6171BC0315}" type="presOf" srcId="{C67D00FC-F9EF-4EE0-96A1-5407742A1B3A}" destId="{829C0656-2627-4BFB-A459-A880C3CE6FCA}" srcOrd="1" destOrd="0" presId="urn:microsoft.com/office/officeart/2005/8/layout/pyramid3"/>
    <dgm:cxn modelId="{8B56763E-BEB4-479F-ACBE-F0CF0171EDE3}" type="presParOf" srcId="{D633D091-0993-4B13-B0CD-204FD4E1B905}" destId="{AA4216B7-FD29-473C-9794-16D1C1744238}" srcOrd="0" destOrd="0" presId="urn:microsoft.com/office/officeart/2005/8/layout/pyramid3"/>
    <dgm:cxn modelId="{D6A75E85-A93B-4C72-B102-CC9D5B3CD7B0}" type="presParOf" srcId="{AA4216B7-FD29-473C-9794-16D1C1744238}" destId="{173D6033-5C98-442C-A432-15BE1B38D779}" srcOrd="0" destOrd="0" presId="urn:microsoft.com/office/officeart/2005/8/layout/pyramid3"/>
    <dgm:cxn modelId="{EF81AB49-FF86-415F-8E6A-394FE57889C9}" type="presParOf" srcId="{AA4216B7-FD29-473C-9794-16D1C1744238}" destId="{5B58E29B-4F30-442E-A636-242C87045EE8}" srcOrd="1" destOrd="0" presId="urn:microsoft.com/office/officeart/2005/8/layout/pyramid3"/>
    <dgm:cxn modelId="{D28E927C-6458-4D5B-8F40-1457C716BA6B}" type="presParOf" srcId="{D633D091-0993-4B13-B0CD-204FD4E1B905}" destId="{6A38462B-CDC2-4A65-9B6E-1D8B01D200BD}" srcOrd="1" destOrd="0" presId="urn:microsoft.com/office/officeart/2005/8/layout/pyramid3"/>
    <dgm:cxn modelId="{73A94DCF-D5AC-40DC-B7D9-1EEF49590271}" type="presParOf" srcId="{6A38462B-CDC2-4A65-9B6E-1D8B01D200BD}" destId="{1B6CF3ED-81FF-4998-A144-6CA7EE05A82D}" srcOrd="0" destOrd="0" presId="urn:microsoft.com/office/officeart/2005/8/layout/pyramid3"/>
    <dgm:cxn modelId="{36EE0B1D-E41A-49DF-B9A0-DBD877C17AEB}" type="presParOf" srcId="{6A38462B-CDC2-4A65-9B6E-1D8B01D200BD}" destId="{19F6A080-FB48-4EB7-BBBA-B0F4CF1F7180}" srcOrd="1" destOrd="0" presId="urn:microsoft.com/office/officeart/2005/8/layout/pyramid3"/>
    <dgm:cxn modelId="{48708F92-4D54-4E29-A6C1-4771F858D7D5}" type="presParOf" srcId="{D633D091-0993-4B13-B0CD-204FD4E1B905}" destId="{8CEAB4D0-C9B4-4E3C-A02B-0BBCE8BD20BE}" srcOrd="2" destOrd="0" presId="urn:microsoft.com/office/officeart/2005/8/layout/pyramid3"/>
    <dgm:cxn modelId="{8E55248C-6B9B-4C9E-A298-2D35F237F1E0}" type="presParOf" srcId="{8CEAB4D0-C9B4-4E3C-A02B-0BBCE8BD20BE}" destId="{4BACB110-3F33-408A-A5D8-EF96876F3AD0}" srcOrd="0" destOrd="0" presId="urn:microsoft.com/office/officeart/2005/8/layout/pyramid3"/>
    <dgm:cxn modelId="{7AAAC1C3-5F09-42B8-840F-32D5D87468A4}" type="presParOf" srcId="{8CEAB4D0-C9B4-4E3C-A02B-0BBCE8BD20BE}" destId="{BE7245D1-9F7C-4854-B91B-D55020451645}" srcOrd="1" destOrd="0" presId="urn:microsoft.com/office/officeart/2005/8/layout/pyramid3"/>
    <dgm:cxn modelId="{806739CD-2376-4D95-A3E6-D65142B498D5}" type="presParOf" srcId="{D633D091-0993-4B13-B0CD-204FD4E1B905}" destId="{728B2C37-7BB3-4EC6-9609-5C2714A769F1}" srcOrd="3" destOrd="0" presId="urn:microsoft.com/office/officeart/2005/8/layout/pyramid3"/>
    <dgm:cxn modelId="{80190D45-5843-4C6F-8843-F72038F69389}" type="presParOf" srcId="{728B2C37-7BB3-4EC6-9609-5C2714A769F1}" destId="{DB6804FC-B2E0-430E-9284-5D12E0C93009}" srcOrd="0" destOrd="0" presId="urn:microsoft.com/office/officeart/2005/8/layout/pyramid3"/>
    <dgm:cxn modelId="{8276AEEF-7055-4D9F-95E4-818333FEF7CD}" type="presParOf" srcId="{728B2C37-7BB3-4EC6-9609-5C2714A769F1}" destId="{829C0656-2627-4BFB-A459-A880C3CE6FCA}" srcOrd="1" destOrd="0" presId="urn:microsoft.com/office/officeart/2005/8/layout/pyramid3"/>
    <dgm:cxn modelId="{AB6B9D5F-D911-49A6-A12B-952DD84065D4}" type="presParOf" srcId="{D633D091-0993-4B13-B0CD-204FD4E1B905}" destId="{21276B1D-047A-4868-BB91-414D0381B5FE}" srcOrd="4" destOrd="0" presId="urn:microsoft.com/office/officeart/2005/8/layout/pyramid3"/>
    <dgm:cxn modelId="{8AB745E6-EF57-4115-85AE-E5D3B95B9992}" type="presParOf" srcId="{21276B1D-047A-4868-BB91-414D0381B5FE}" destId="{12D0E099-F53C-49E2-9F2E-0D7D810A7B1A}" srcOrd="0" destOrd="0" presId="urn:microsoft.com/office/officeart/2005/8/layout/pyramid3"/>
    <dgm:cxn modelId="{A3F23D03-E461-43DD-9549-8075E75CDDC3}" type="presParOf" srcId="{21276B1D-047A-4868-BB91-414D0381B5FE}" destId="{29FB6C11-64A8-48EF-B15A-AB291A715608}" srcOrd="1" destOrd="0" presId="urn:microsoft.com/office/officeart/2005/8/layout/pyramid3"/>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CC85C9C-BA91-4D3B-8877-9CBA688ACF1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A7DA6535-F249-4E8C-A2F1-82F609B1DE75}">
      <dgm:prSet phldrT="[Text]"/>
      <dgm:spPr/>
      <dgm:t>
        <a:bodyPr/>
        <a:lstStyle/>
        <a:p>
          <a:r>
            <a:rPr lang="en-US" dirty="0"/>
            <a:t>1. Ignores historical context and internal sales expertise</a:t>
          </a:r>
        </a:p>
      </dgm:t>
    </dgm:pt>
    <dgm:pt modelId="{EADDFDDE-E868-4033-8D69-D0DFAF75B8C3}" type="parTrans" cxnId="{8A3A02D7-1F81-4032-A437-699E12381796}">
      <dgm:prSet/>
      <dgm:spPr/>
      <dgm:t>
        <a:bodyPr/>
        <a:lstStyle/>
        <a:p>
          <a:endParaRPr lang="en-US"/>
        </a:p>
      </dgm:t>
    </dgm:pt>
    <dgm:pt modelId="{4DAAE957-9D0F-4C78-A82B-159D0D23E994}" type="sibTrans" cxnId="{8A3A02D7-1F81-4032-A437-699E12381796}">
      <dgm:prSet/>
      <dgm:spPr/>
      <dgm:t>
        <a:bodyPr/>
        <a:lstStyle/>
        <a:p>
          <a:endParaRPr lang="en-US"/>
        </a:p>
      </dgm:t>
    </dgm:pt>
    <dgm:pt modelId="{93A13FCE-43C3-44FF-B5E8-04A4548EE3AA}">
      <dgm:prSet phldrT="[Text]"/>
      <dgm:spPr/>
      <dgm:t>
        <a:bodyPr/>
        <a:lstStyle/>
        <a:p>
          <a:r>
            <a:rPr lang="en-US" dirty="0"/>
            <a:t>Historical lead patterns are not being utilized as effective predictors</a:t>
          </a:r>
        </a:p>
      </dgm:t>
    </dgm:pt>
    <dgm:pt modelId="{F01020CC-A9BB-4BA6-A2FE-70EB8345B635}" type="parTrans" cxnId="{E7DE4086-B206-40CD-AD44-D67554D76C1A}">
      <dgm:prSet/>
      <dgm:spPr/>
      <dgm:t>
        <a:bodyPr/>
        <a:lstStyle/>
        <a:p>
          <a:endParaRPr lang="en-US"/>
        </a:p>
      </dgm:t>
    </dgm:pt>
    <dgm:pt modelId="{B52B4EBA-5D03-4304-A594-93E55E006A37}" type="sibTrans" cxnId="{E7DE4086-B206-40CD-AD44-D67554D76C1A}">
      <dgm:prSet/>
      <dgm:spPr/>
      <dgm:t>
        <a:bodyPr/>
        <a:lstStyle/>
        <a:p>
          <a:endParaRPr lang="en-US"/>
        </a:p>
      </dgm:t>
    </dgm:pt>
    <dgm:pt modelId="{070A59CA-FC2E-455A-A1EB-1975D2553769}">
      <dgm:prSet phldrT="[Text]"/>
      <dgm:spPr/>
      <dgm:t>
        <a:bodyPr/>
        <a:lstStyle/>
        <a:p>
          <a:r>
            <a:rPr lang="en-US" dirty="0"/>
            <a:t>2. Lacks temporal detail and nuance</a:t>
          </a:r>
        </a:p>
      </dgm:t>
    </dgm:pt>
    <dgm:pt modelId="{A2F7E61C-9226-4B55-9452-F7797BE6FAE8}" type="parTrans" cxnId="{EEE10DED-335A-473E-9FD1-2D58A1798E85}">
      <dgm:prSet/>
      <dgm:spPr/>
      <dgm:t>
        <a:bodyPr/>
        <a:lstStyle/>
        <a:p>
          <a:endParaRPr lang="en-US"/>
        </a:p>
      </dgm:t>
    </dgm:pt>
    <dgm:pt modelId="{6A68CD57-472D-4A2F-8149-11509F3D9FAD}" type="sibTrans" cxnId="{EEE10DED-335A-473E-9FD1-2D58A1798E85}">
      <dgm:prSet/>
      <dgm:spPr/>
      <dgm:t>
        <a:bodyPr/>
        <a:lstStyle/>
        <a:p>
          <a:endParaRPr lang="en-US"/>
        </a:p>
      </dgm:t>
    </dgm:pt>
    <dgm:pt modelId="{DBD67843-DD26-41A5-AC44-6982AA21ED32}">
      <dgm:prSet phldrT="[Text]"/>
      <dgm:spPr/>
      <dgm:t>
        <a:bodyPr/>
        <a:lstStyle/>
        <a:p>
          <a:r>
            <a:rPr lang="en-US" dirty="0"/>
            <a:t>Trends may be major predictors in lead movement</a:t>
          </a:r>
        </a:p>
      </dgm:t>
    </dgm:pt>
    <dgm:pt modelId="{5D810580-977E-40AC-B495-BC5FEF3E7379}" type="parTrans" cxnId="{7FB918B1-305F-4689-A1E7-C0E2FA8C45D0}">
      <dgm:prSet/>
      <dgm:spPr/>
      <dgm:t>
        <a:bodyPr/>
        <a:lstStyle/>
        <a:p>
          <a:endParaRPr lang="en-US"/>
        </a:p>
      </dgm:t>
    </dgm:pt>
    <dgm:pt modelId="{65F7EF77-E196-4F82-996F-6769B11E0D42}" type="sibTrans" cxnId="{7FB918B1-305F-4689-A1E7-C0E2FA8C45D0}">
      <dgm:prSet/>
      <dgm:spPr/>
      <dgm:t>
        <a:bodyPr/>
        <a:lstStyle/>
        <a:p>
          <a:endParaRPr lang="en-US"/>
        </a:p>
      </dgm:t>
    </dgm:pt>
    <dgm:pt modelId="{B689CF19-A4B7-435B-A8C1-EAD7D37C1802}">
      <dgm:prSet phldrT="[Text]"/>
      <dgm:spPr/>
      <dgm:t>
        <a:bodyPr/>
        <a:lstStyle/>
        <a:p>
          <a:r>
            <a:rPr lang="en-US"/>
            <a:t>Information about our customer profiles, business model, and strategies are not strongly considered</a:t>
          </a:r>
          <a:endParaRPr lang="en-US" dirty="0"/>
        </a:p>
      </dgm:t>
    </dgm:pt>
    <dgm:pt modelId="{4F8EBCD8-9973-4978-BB8D-A1E6681BF7CC}" type="parTrans" cxnId="{9F13E147-5748-4955-B511-613CB211B1AB}">
      <dgm:prSet/>
      <dgm:spPr/>
      <dgm:t>
        <a:bodyPr/>
        <a:lstStyle/>
        <a:p>
          <a:endParaRPr lang="en-US"/>
        </a:p>
      </dgm:t>
    </dgm:pt>
    <dgm:pt modelId="{1980358C-E9E2-4F4A-BD82-1B588014773F}" type="sibTrans" cxnId="{9F13E147-5748-4955-B511-613CB211B1AB}">
      <dgm:prSet/>
      <dgm:spPr/>
      <dgm:t>
        <a:bodyPr/>
        <a:lstStyle/>
        <a:p>
          <a:endParaRPr lang="en-US"/>
        </a:p>
      </dgm:t>
    </dgm:pt>
    <dgm:pt modelId="{8F7A4B91-37B9-4290-90A6-A50092B09DD7}" type="pres">
      <dgm:prSet presAssocID="{5CC85C9C-BA91-4D3B-8877-9CBA688ACF18}" presName="linear" presStyleCnt="0">
        <dgm:presLayoutVars>
          <dgm:animLvl val="lvl"/>
          <dgm:resizeHandles val="exact"/>
        </dgm:presLayoutVars>
      </dgm:prSet>
      <dgm:spPr/>
    </dgm:pt>
    <dgm:pt modelId="{7610644C-5FE4-457B-91D5-2CF3323BBDD2}" type="pres">
      <dgm:prSet presAssocID="{A7DA6535-F249-4E8C-A2F1-82F609B1DE75}" presName="parentText" presStyleLbl="node1" presStyleIdx="0" presStyleCnt="2">
        <dgm:presLayoutVars>
          <dgm:chMax val="0"/>
          <dgm:bulletEnabled val="1"/>
        </dgm:presLayoutVars>
      </dgm:prSet>
      <dgm:spPr/>
    </dgm:pt>
    <dgm:pt modelId="{9F67AA3F-E7C9-4197-8641-BA229163864C}" type="pres">
      <dgm:prSet presAssocID="{A7DA6535-F249-4E8C-A2F1-82F609B1DE75}" presName="childText" presStyleLbl="revTx" presStyleIdx="0" presStyleCnt="2">
        <dgm:presLayoutVars>
          <dgm:bulletEnabled val="1"/>
        </dgm:presLayoutVars>
      </dgm:prSet>
      <dgm:spPr/>
    </dgm:pt>
    <dgm:pt modelId="{BB3928E6-E8FC-424F-9BD7-4F8EBA0CB64C}" type="pres">
      <dgm:prSet presAssocID="{070A59CA-FC2E-455A-A1EB-1975D2553769}" presName="parentText" presStyleLbl="node1" presStyleIdx="1" presStyleCnt="2">
        <dgm:presLayoutVars>
          <dgm:chMax val="0"/>
          <dgm:bulletEnabled val="1"/>
        </dgm:presLayoutVars>
      </dgm:prSet>
      <dgm:spPr/>
    </dgm:pt>
    <dgm:pt modelId="{7E9CE408-FE35-4611-84E5-3E4A9EEC03D7}" type="pres">
      <dgm:prSet presAssocID="{070A59CA-FC2E-455A-A1EB-1975D2553769}" presName="childText" presStyleLbl="revTx" presStyleIdx="1" presStyleCnt="2">
        <dgm:presLayoutVars>
          <dgm:bulletEnabled val="1"/>
        </dgm:presLayoutVars>
      </dgm:prSet>
      <dgm:spPr/>
    </dgm:pt>
  </dgm:ptLst>
  <dgm:cxnLst>
    <dgm:cxn modelId="{7EA55A23-45E1-4B5D-8CAF-14A439B699DD}" type="presOf" srcId="{5CC85C9C-BA91-4D3B-8877-9CBA688ACF18}" destId="{8F7A4B91-37B9-4290-90A6-A50092B09DD7}" srcOrd="0" destOrd="0" presId="urn:microsoft.com/office/officeart/2005/8/layout/vList2"/>
    <dgm:cxn modelId="{81571343-FF28-49B4-A9D1-279F93DA4E66}" type="presOf" srcId="{93A13FCE-43C3-44FF-B5E8-04A4548EE3AA}" destId="{9F67AA3F-E7C9-4197-8641-BA229163864C}" srcOrd="0" destOrd="0" presId="urn:microsoft.com/office/officeart/2005/8/layout/vList2"/>
    <dgm:cxn modelId="{6555DC43-DB09-4024-A8B2-AC47D5A0FDBB}" type="presOf" srcId="{A7DA6535-F249-4E8C-A2F1-82F609B1DE75}" destId="{7610644C-5FE4-457B-91D5-2CF3323BBDD2}" srcOrd="0" destOrd="0" presId="urn:microsoft.com/office/officeart/2005/8/layout/vList2"/>
    <dgm:cxn modelId="{9F13E147-5748-4955-B511-613CB211B1AB}" srcId="{A7DA6535-F249-4E8C-A2F1-82F609B1DE75}" destId="{B689CF19-A4B7-435B-A8C1-EAD7D37C1802}" srcOrd="1" destOrd="0" parTransId="{4F8EBCD8-9973-4978-BB8D-A1E6681BF7CC}" sibTransId="{1980358C-E9E2-4F4A-BD82-1B588014773F}"/>
    <dgm:cxn modelId="{9AF4B577-6B5C-4161-9988-865B8DDA937B}" type="presOf" srcId="{DBD67843-DD26-41A5-AC44-6982AA21ED32}" destId="{7E9CE408-FE35-4611-84E5-3E4A9EEC03D7}" srcOrd="0" destOrd="0" presId="urn:microsoft.com/office/officeart/2005/8/layout/vList2"/>
    <dgm:cxn modelId="{E7DE4086-B206-40CD-AD44-D67554D76C1A}" srcId="{A7DA6535-F249-4E8C-A2F1-82F609B1DE75}" destId="{93A13FCE-43C3-44FF-B5E8-04A4548EE3AA}" srcOrd="0" destOrd="0" parTransId="{F01020CC-A9BB-4BA6-A2FE-70EB8345B635}" sibTransId="{B52B4EBA-5D03-4304-A594-93E55E006A37}"/>
    <dgm:cxn modelId="{684F3E91-DE02-4A98-B54A-AA7F68DFCEA7}" type="presOf" srcId="{B689CF19-A4B7-435B-A8C1-EAD7D37C1802}" destId="{9F67AA3F-E7C9-4197-8641-BA229163864C}" srcOrd="0" destOrd="1" presId="urn:microsoft.com/office/officeart/2005/8/layout/vList2"/>
    <dgm:cxn modelId="{7FB918B1-305F-4689-A1E7-C0E2FA8C45D0}" srcId="{070A59CA-FC2E-455A-A1EB-1975D2553769}" destId="{DBD67843-DD26-41A5-AC44-6982AA21ED32}" srcOrd="0" destOrd="0" parTransId="{5D810580-977E-40AC-B495-BC5FEF3E7379}" sibTransId="{65F7EF77-E196-4F82-996F-6769B11E0D42}"/>
    <dgm:cxn modelId="{8A3A02D7-1F81-4032-A437-699E12381796}" srcId="{5CC85C9C-BA91-4D3B-8877-9CBA688ACF18}" destId="{A7DA6535-F249-4E8C-A2F1-82F609B1DE75}" srcOrd="0" destOrd="0" parTransId="{EADDFDDE-E868-4033-8D69-D0DFAF75B8C3}" sibTransId="{4DAAE957-9D0F-4C78-A82B-159D0D23E994}"/>
    <dgm:cxn modelId="{EEE10DED-335A-473E-9FD1-2D58A1798E85}" srcId="{5CC85C9C-BA91-4D3B-8877-9CBA688ACF18}" destId="{070A59CA-FC2E-455A-A1EB-1975D2553769}" srcOrd="1" destOrd="0" parTransId="{A2F7E61C-9226-4B55-9452-F7797BE6FAE8}" sibTransId="{6A68CD57-472D-4A2F-8149-11509F3D9FAD}"/>
    <dgm:cxn modelId="{640DE2F1-ED45-496A-BEDE-417DF3111860}" type="presOf" srcId="{070A59CA-FC2E-455A-A1EB-1975D2553769}" destId="{BB3928E6-E8FC-424F-9BD7-4F8EBA0CB64C}" srcOrd="0" destOrd="0" presId="urn:microsoft.com/office/officeart/2005/8/layout/vList2"/>
    <dgm:cxn modelId="{5F1320F2-E7DB-4263-8A35-1E26585EFEBF}" type="presParOf" srcId="{8F7A4B91-37B9-4290-90A6-A50092B09DD7}" destId="{7610644C-5FE4-457B-91D5-2CF3323BBDD2}" srcOrd="0" destOrd="0" presId="urn:microsoft.com/office/officeart/2005/8/layout/vList2"/>
    <dgm:cxn modelId="{87C82D47-C004-48D8-8448-D886BE034F59}" type="presParOf" srcId="{8F7A4B91-37B9-4290-90A6-A50092B09DD7}" destId="{9F67AA3F-E7C9-4197-8641-BA229163864C}" srcOrd="1" destOrd="0" presId="urn:microsoft.com/office/officeart/2005/8/layout/vList2"/>
    <dgm:cxn modelId="{60769E22-F338-4157-A9C6-8D467A97D258}" type="presParOf" srcId="{8F7A4B91-37B9-4290-90A6-A50092B09DD7}" destId="{BB3928E6-E8FC-424F-9BD7-4F8EBA0CB64C}" srcOrd="2" destOrd="0" presId="urn:microsoft.com/office/officeart/2005/8/layout/vList2"/>
    <dgm:cxn modelId="{E2169EE2-CFDF-4C98-9099-1B3C4E595534}" type="presParOf" srcId="{8F7A4B91-37B9-4290-90A6-A50092B09DD7}" destId="{7E9CE408-FE35-4611-84E5-3E4A9EEC03D7}"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A9F1089-D425-486E-9FCD-D3525DDC33A4}"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en-US"/>
        </a:p>
      </dgm:t>
    </dgm:pt>
    <dgm:pt modelId="{3FF4D2BA-4C1A-4F66-A8B0-B77C297819F8}">
      <dgm:prSet phldrT="[Text]"/>
      <dgm:spPr>
        <a:solidFill>
          <a:schemeClr val="accent4">
            <a:lumMod val="75000"/>
          </a:schemeClr>
        </a:solidFill>
        <a:ln>
          <a:solidFill>
            <a:srgbClr val="0070C0"/>
          </a:solidFill>
        </a:ln>
      </dgm:spPr>
      <dgm:t>
        <a:bodyPr/>
        <a:lstStyle/>
        <a:p>
          <a:r>
            <a:rPr lang="en-US" dirty="0"/>
            <a:t>Background Implementation</a:t>
          </a:r>
        </a:p>
      </dgm:t>
    </dgm:pt>
    <dgm:pt modelId="{420DDC1E-2DED-48CD-9BAC-CB970102C194}" type="parTrans" cxnId="{C7DD27CA-BD37-4680-8431-E528F5B5DBA8}">
      <dgm:prSet/>
      <dgm:spPr/>
      <dgm:t>
        <a:bodyPr/>
        <a:lstStyle/>
        <a:p>
          <a:endParaRPr lang="en-US"/>
        </a:p>
      </dgm:t>
    </dgm:pt>
    <dgm:pt modelId="{91A334FD-E967-4640-B37D-728BF7B4C78D}" type="sibTrans" cxnId="{C7DD27CA-BD37-4680-8431-E528F5B5DBA8}">
      <dgm:prSet/>
      <dgm:spPr/>
      <dgm:t>
        <a:bodyPr/>
        <a:lstStyle/>
        <a:p>
          <a:endParaRPr lang="en-US"/>
        </a:p>
      </dgm:t>
    </dgm:pt>
    <dgm:pt modelId="{3718E6D2-5394-4D0A-8B88-890B124B28C2}">
      <dgm:prSet phldrT="[Text]"/>
      <dgm:spPr/>
      <dgm:t>
        <a:bodyPr/>
        <a:lstStyle/>
        <a:p>
          <a:r>
            <a:rPr lang="en-US" dirty="0"/>
            <a:t>Implement silently, without direct influence on user behavior</a:t>
          </a:r>
        </a:p>
      </dgm:t>
    </dgm:pt>
    <dgm:pt modelId="{923E538D-61CF-4A6A-9A79-6C47FAFDC998}" type="parTrans" cxnId="{BAA06DA3-3328-43BB-9D05-1CE19EAB4692}">
      <dgm:prSet/>
      <dgm:spPr/>
      <dgm:t>
        <a:bodyPr/>
        <a:lstStyle/>
        <a:p>
          <a:endParaRPr lang="en-US"/>
        </a:p>
      </dgm:t>
    </dgm:pt>
    <dgm:pt modelId="{842725F2-0171-4FE6-8E36-7759B6C0D131}" type="sibTrans" cxnId="{BAA06DA3-3328-43BB-9D05-1CE19EAB4692}">
      <dgm:prSet/>
      <dgm:spPr/>
      <dgm:t>
        <a:bodyPr/>
        <a:lstStyle/>
        <a:p>
          <a:endParaRPr lang="en-US"/>
        </a:p>
      </dgm:t>
    </dgm:pt>
    <dgm:pt modelId="{1713004A-A8D6-4B3B-BB97-46E7472B4500}">
      <dgm:prSet phldrT="[Text]"/>
      <dgm:spPr/>
      <dgm:t>
        <a:bodyPr/>
        <a:lstStyle/>
        <a:p>
          <a:r>
            <a:rPr lang="en-US" dirty="0"/>
            <a:t>Delayed benefit</a:t>
          </a:r>
        </a:p>
      </dgm:t>
    </dgm:pt>
    <dgm:pt modelId="{F999C694-7A13-4671-AB38-EAF2C300D4A8}" type="parTrans" cxnId="{51B2A77B-E7F8-4C48-A96D-FFAE6095423C}">
      <dgm:prSet/>
      <dgm:spPr/>
      <dgm:t>
        <a:bodyPr/>
        <a:lstStyle/>
        <a:p>
          <a:endParaRPr lang="en-US"/>
        </a:p>
      </dgm:t>
    </dgm:pt>
    <dgm:pt modelId="{DF9D5192-AC57-4917-9768-C8E1B24D3C7A}" type="sibTrans" cxnId="{51B2A77B-E7F8-4C48-A96D-FFAE6095423C}">
      <dgm:prSet/>
      <dgm:spPr/>
      <dgm:t>
        <a:bodyPr/>
        <a:lstStyle/>
        <a:p>
          <a:endParaRPr lang="en-US"/>
        </a:p>
      </dgm:t>
    </dgm:pt>
    <dgm:pt modelId="{9F63B19D-E025-4BA2-8AB4-532F995AD5D7}">
      <dgm:prSet phldrT="[Text]"/>
      <dgm:spPr>
        <a:solidFill>
          <a:schemeClr val="accent4">
            <a:lumMod val="75000"/>
          </a:schemeClr>
        </a:solidFill>
        <a:ln>
          <a:solidFill>
            <a:srgbClr val="0070C0"/>
          </a:solidFill>
        </a:ln>
      </dgm:spPr>
      <dgm:t>
        <a:bodyPr/>
        <a:lstStyle/>
        <a:p>
          <a:r>
            <a:rPr lang="en-US" dirty="0"/>
            <a:t>A/B Testing</a:t>
          </a:r>
        </a:p>
      </dgm:t>
    </dgm:pt>
    <dgm:pt modelId="{77424263-6CAA-44FE-9E14-6E24C93E5191}" type="parTrans" cxnId="{67CAB47E-24BC-45DB-9141-C97AAE263968}">
      <dgm:prSet/>
      <dgm:spPr/>
      <dgm:t>
        <a:bodyPr/>
        <a:lstStyle/>
        <a:p>
          <a:endParaRPr lang="en-US"/>
        </a:p>
      </dgm:t>
    </dgm:pt>
    <dgm:pt modelId="{A79AEA2F-AA85-4E5A-ACCE-CFE672490D98}" type="sibTrans" cxnId="{67CAB47E-24BC-45DB-9141-C97AAE263968}">
      <dgm:prSet/>
      <dgm:spPr/>
      <dgm:t>
        <a:bodyPr/>
        <a:lstStyle/>
        <a:p>
          <a:endParaRPr lang="en-US"/>
        </a:p>
      </dgm:t>
    </dgm:pt>
    <dgm:pt modelId="{16935CC9-73E9-4D26-9524-3B05CEAF4F30}">
      <dgm:prSet phldrT="[Text]"/>
      <dgm:spPr/>
      <dgm:t>
        <a:bodyPr/>
        <a:lstStyle/>
        <a:p>
          <a:r>
            <a:rPr lang="en-US" dirty="0"/>
            <a:t>Randomize implementation across AEs with similar portfolios to compare performance</a:t>
          </a:r>
        </a:p>
      </dgm:t>
    </dgm:pt>
    <dgm:pt modelId="{3C97C2FF-2412-4B27-84FF-3F849D948147}" type="parTrans" cxnId="{C62C1E4A-6B05-44C3-94DF-D4D957905BDB}">
      <dgm:prSet/>
      <dgm:spPr/>
      <dgm:t>
        <a:bodyPr/>
        <a:lstStyle/>
        <a:p>
          <a:endParaRPr lang="en-US"/>
        </a:p>
      </dgm:t>
    </dgm:pt>
    <dgm:pt modelId="{CD9E6E1A-9635-497C-8614-FF03D392E1FF}" type="sibTrans" cxnId="{C62C1E4A-6B05-44C3-94DF-D4D957905BDB}">
      <dgm:prSet/>
      <dgm:spPr/>
      <dgm:t>
        <a:bodyPr/>
        <a:lstStyle/>
        <a:p>
          <a:endParaRPr lang="en-US"/>
        </a:p>
      </dgm:t>
    </dgm:pt>
    <dgm:pt modelId="{096C243B-0B74-4EE4-84AA-DF9A605CFB12}">
      <dgm:prSet phldrT="[Text]"/>
      <dgm:spPr>
        <a:solidFill>
          <a:schemeClr val="accent4">
            <a:lumMod val="75000"/>
          </a:schemeClr>
        </a:solidFill>
        <a:ln>
          <a:solidFill>
            <a:srgbClr val="0070C0"/>
          </a:solidFill>
        </a:ln>
      </dgm:spPr>
      <dgm:t>
        <a:bodyPr/>
        <a:lstStyle/>
        <a:p>
          <a:r>
            <a:rPr lang="en-US" dirty="0"/>
            <a:t>Blind Recommendations</a:t>
          </a:r>
        </a:p>
      </dgm:t>
    </dgm:pt>
    <dgm:pt modelId="{D27DF366-E08C-4209-BB0A-C21C1A781C9B}" type="parTrans" cxnId="{B044B0E3-4310-4555-8214-C4DEC89C79F8}">
      <dgm:prSet/>
      <dgm:spPr/>
      <dgm:t>
        <a:bodyPr/>
        <a:lstStyle/>
        <a:p>
          <a:endParaRPr lang="en-US"/>
        </a:p>
      </dgm:t>
    </dgm:pt>
    <dgm:pt modelId="{09CCE187-20AF-4AA6-95DE-F5B8F73312FA}" type="sibTrans" cxnId="{B044B0E3-4310-4555-8214-C4DEC89C79F8}">
      <dgm:prSet/>
      <dgm:spPr/>
      <dgm:t>
        <a:bodyPr/>
        <a:lstStyle/>
        <a:p>
          <a:endParaRPr lang="en-US"/>
        </a:p>
      </dgm:t>
    </dgm:pt>
    <dgm:pt modelId="{BFAE122B-3E56-443B-A701-A42F58870204}">
      <dgm:prSet phldrT="[Text]"/>
      <dgm:spPr/>
      <dgm:t>
        <a:bodyPr/>
        <a:lstStyle/>
        <a:p>
          <a:r>
            <a:rPr lang="en-US" dirty="0"/>
            <a:t>If AEs are unaware of the model, provide nudges toward model-recommended accounts to track AE response</a:t>
          </a:r>
        </a:p>
      </dgm:t>
    </dgm:pt>
    <dgm:pt modelId="{2969405A-D877-4C35-97C9-458B0FA1700E}" type="parTrans" cxnId="{A01DF4F5-9207-43E7-B8C3-E10E6BD7903A}">
      <dgm:prSet/>
      <dgm:spPr/>
      <dgm:t>
        <a:bodyPr/>
        <a:lstStyle/>
        <a:p>
          <a:endParaRPr lang="en-US"/>
        </a:p>
      </dgm:t>
    </dgm:pt>
    <dgm:pt modelId="{4D6FD811-81D7-4CD0-9633-7D70C53DDBDA}" type="sibTrans" cxnId="{A01DF4F5-9207-43E7-B8C3-E10E6BD7903A}">
      <dgm:prSet/>
      <dgm:spPr/>
      <dgm:t>
        <a:bodyPr/>
        <a:lstStyle/>
        <a:p>
          <a:endParaRPr lang="en-US"/>
        </a:p>
      </dgm:t>
    </dgm:pt>
    <dgm:pt modelId="{49685333-D867-403A-88BC-78ADAC75FFBB}">
      <dgm:prSet phldrT="[Text]"/>
      <dgm:spPr/>
      <dgm:t>
        <a:bodyPr/>
        <a:lstStyle/>
        <a:p>
          <a:r>
            <a:rPr lang="en-US" dirty="0"/>
            <a:t>May not be strong enough signal to influence change nor represent real-world usage</a:t>
          </a:r>
        </a:p>
      </dgm:t>
    </dgm:pt>
    <dgm:pt modelId="{ED258E42-03A6-4820-9741-B9671123A19A}" type="parTrans" cxnId="{2FDE63C4-30F9-4912-8DC5-66BC0B8B37A4}">
      <dgm:prSet/>
      <dgm:spPr/>
      <dgm:t>
        <a:bodyPr/>
        <a:lstStyle/>
        <a:p>
          <a:endParaRPr lang="en-US"/>
        </a:p>
      </dgm:t>
    </dgm:pt>
    <dgm:pt modelId="{A55F7590-4A74-413B-BF42-FCEFBF9A5855}" type="sibTrans" cxnId="{2FDE63C4-30F9-4912-8DC5-66BC0B8B37A4}">
      <dgm:prSet/>
      <dgm:spPr/>
      <dgm:t>
        <a:bodyPr/>
        <a:lstStyle/>
        <a:p>
          <a:endParaRPr lang="en-US"/>
        </a:p>
      </dgm:t>
    </dgm:pt>
    <dgm:pt modelId="{C1DB060A-3389-4015-9BF3-B30729D7C432}">
      <dgm:prSet phldrT="[Text]"/>
      <dgm:spPr>
        <a:solidFill>
          <a:schemeClr val="accent4">
            <a:lumMod val="75000"/>
          </a:schemeClr>
        </a:solidFill>
        <a:ln>
          <a:solidFill>
            <a:srgbClr val="0070C0"/>
          </a:solidFill>
        </a:ln>
      </dgm:spPr>
      <dgm:t>
        <a:bodyPr/>
        <a:lstStyle/>
        <a:p>
          <a:r>
            <a:rPr lang="en-US" dirty="0"/>
            <a:t>Full Transparency</a:t>
          </a:r>
        </a:p>
      </dgm:t>
    </dgm:pt>
    <dgm:pt modelId="{A2250510-B384-4C0B-965E-E52A1D75ABD9}" type="parTrans" cxnId="{4665FB9E-BA55-4EA5-92F2-BD5D07782378}">
      <dgm:prSet/>
      <dgm:spPr/>
      <dgm:t>
        <a:bodyPr/>
        <a:lstStyle/>
        <a:p>
          <a:endParaRPr lang="en-US"/>
        </a:p>
      </dgm:t>
    </dgm:pt>
    <dgm:pt modelId="{A1C02B53-CAC1-4707-AE9B-B6D1ECD7E888}" type="sibTrans" cxnId="{4665FB9E-BA55-4EA5-92F2-BD5D07782378}">
      <dgm:prSet/>
      <dgm:spPr/>
      <dgm:t>
        <a:bodyPr/>
        <a:lstStyle/>
        <a:p>
          <a:endParaRPr lang="en-US"/>
        </a:p>
      </dgm:t>
    </dgm:pt>
    <dgm:pt modelId="{E04026C2-175F-4969-8787-5FB8736E3269}">
      <dgm:prSet phldrT="[Text]"/>
      <dgm:spPr/>
      <dgm:t>
        <a:bodyPr/>
        <a:lstStyle/>
        <a:p>
          <a:r>
            <a:rPr lang="en-US" dirty="0"/>
            <a:t>Track prioritization score and lead predictions against existing metrics and outcomes</a:t>
          </a:r>
        </a:p>
      </dgm:t>
    </dgm:pt>
    <dgm:pt modelId="{053FE2D1-94F1-47DC-A941-E1A5544402CD}" type="parTrans" cxnId="{F2DDD608-227E-4B50-8B30-2EDD31C72244}">
      <dgm:prSet/>
      <dgm:spPr/>
      <dgm:t>
        <a:bodyPr/>
        <a:lstStyle/>
        <a:p>
          <a:endParaRPr lang="en-US"/>
        </a:p>
      </dgm:t>
    </dgm:pt>
    <dgm:pt modelId="{3AD0B557-0B5E-4991-A583-989FF5986EB5}" type="sibTrans" cxnId="{F2DDD608-227E-4B50-8B30-2EDD31C72244}">
      <dgm:prSet/>
      <dgm:spPr/>
      <dgm:t>
        <a:bodyPr/>
        <a:lstStyle/>
        <a:p>
          <a:endParaRPr lang="en-US"/>
        </a:p>
      </dgm:t>
    </dgm:pt>
    <dgm:pt modelId="{08BC9BB8-8E94-44BE-84C5-A054A05615E6}">
      <dgm:prSet phldrT="[Text]"/>
      <dgm:spPr/>
      <dgm:t>
        <a:bodyPr/>
        <a:lstStyle/>
        <a:p>
          <a:r>
            <a:rPr lang="en-US" dirty="0"/>
            <a:t>Performance and incentive concerns</a:t>
          </a:r>
        </a:p>
      </dgm:t>
    </dgm:pt>
    <dgm:pt modelId="{229B0C1D-C55B-45FD-8C05-9199A48CC061}" type="parTrans" cxnId="{EA031F39-8359-4322-90DD-A5120744DD73}">
      <dgm:prSet/>
      <dgm:spPr/>
      <dgm:t>
        <a:bodyPr/>
        <a:lstStyle/>
        <a:p>
          <a:endParaRPr lang="en-US"/>
        </a:p>
      </dgm:t>
    </dgm:pt>
    <dgm:pt modelId="{819D2934-B5D1-4E64-9C20-E37F8228C97D}" type="sibTrans" cxnId="{EA031F39-8359-4322-90DD-A5120744DD73}">
      <dgm:prSet/>
      <dgm:spPr/>
      <dgm:t>
        <a:bodyPr/>
        <a:lstStyle/>
        <a:p>
          <a:endParaRPr lang="en-US"/>
        </a:p>
      </dgm:t>
    </dgm:pt>
    <dgm:pt modelId="{BBDC9780-357B-4893-8792-617479987A57}">
      <dgm:prSet phldrT="[Text]"/>
      <dgm:spPr/>
      <dgm:t>
        <a:bodyPr/>
        <a:lstStyle/>
        <a:p>
          <a:r>
            <a:rPr lang="en-US" dirty="0"/>
            <a:t>May require significant amount of time and volume to reach statistical power</a:t>
          </a:r>
        </a:p>
      </dgm:t>
    </dgm:pt>
    <dgm:pt modelId="{B4037683-AD4E-454F-A162-E2BCBBC416B7}" type="parTrans" cxnId="{B30C18EE-F721-4489-928B-FFAB3713186F}">
      <dgm:prSet/>
      <dgm:spPr/>
      <dgm:t>
        <a:bodyPr/>
        <a:lstStyle/>
        <a:p>
          <a:endParaRPr lang="en-US"/>
        </a:p>
      </dgm:t>
    </dgm:pt>
    <dgm:pt modelId="{E77838D6-5809-4F1F-8D19-2E3F731D5CA4}" type="sibTrans" cxnId="{B30C18EE-F721-4489-928B-FFAB3713186F}">
      <dgm:prSet/>
      <dgm:spPr/>
      <dgm:t>
        <a:bodyPr/>
        <a:lstStyle/>
        <a:p>
          <a:endParaRPr lang="en-US"/>
        </a:p>
      </dgm:t>
    </dgm:pt>
    <dgm:pt modelId="{968A53A1-9CED-475A-BA92-1AD8F5ABCFE2}">
      <dgm:prSet phldrT="[Text]"/>
      <dgm:spPr/>
      <dgm:t>
        <a:bodyPr/>
        <a:lstStyle/>
        <a:p>
          <a:r>
            <a:rPr lang="en-US" dirty="0"/>
            <a:t>Communication and transparency on model influence and performance. Reflect on differences, blind spots, strengths/weaknesses of current system and new model</a:t>
          </a:r>
        </a:p>
      </dgm:t>
    </dgm:pt>
    <dgm:pt modelId="{02176369-F5D0-4861-BC7E-777175190A4F}" type="parTrans" cxnId="{2E471D41-D2C5-4E58-A569-62C8D8D63683}">
      <dgm:prSet/>
      <dgm:spPr/>
      <dgm:t>
        <a:bodyPr/>
        <a:lstStyle/>
        <a:p>
          <a:endParaRPr lang="en-US"/>
        </a:p>
      </dgm:t>
    </dgm:pt>
    <dgm:pt modelId="{FC87F31A-6D35-4090-9311-CAADD511C24F}" type="sibTrans" cxnId="{2E471D41-D2C5-4E58-A569-62C8D8D63683}">
      <dgm:prSet/>
      <dgm:spPr/>
      <dgm:t>
        <a:bodyPr/>
        <a:lstStyle/>
        <a:p>
          <a:endParaRPr lang="en-US"/>
        </a:p>
      </dgm:t>
    </dgm:pt>
    <dgm:pt modelId="{AC5073D8-F10E-4236-9EE0-E32A504625B9}" type="pres">
      <dgm:prSet presAssocID="{2A9F1089-D425-486E-9FCD-D3525DDC33A4}" presName="linearFlow" presStyleCnt="0">
        <dgm:presLayoutVars>
          <dgm:dir/>
          <dgm:animLvl val="lvl"/>
          <dgm:resizeHandles val="exact"/>
        </dgm:presLayoutVars>
      </dgm:prSet>
      <dgm:spPr/>
    </dgm:pt>
    <dgm:pt modelId="{10C7B3B9-FB5A-4024-A9FE-AE517A157E70}" type="pres">
      <dgm:prSet presAssocID="{3FF4D2BA-4C1A-4F66-A8B0-B77C297819F8}" presName="composite" presStyleCnt="0"/>
      <dgm:spPr/>
    </dgm:pt>
    <dgm:pt modelId="{AB6BFB1D-A5EF-4C6B-8B97-D9C9ACCBA791}" type="pres">
      <dgm:prSet presAssocID="{3FF4D2BA-4C1A-4F66-A8B0-B77C297819F8}" presName="parentText" presStyleLbl="alignNode1" presStyleIdx="0" presStyleCnt="4">
        <dgm:presLayoutVars>
          <dgm:chMax val="1"/>
          <dgm:bulletEnabled val="1"/>
        </dgm:presLayoutVars>
      </dgm:prSet>
      <dgm:spPr/>
    </dgm:pt>
    <dgm:pt modelId="{0DE0F26C-3972-4CDD-8EFA-6A93975626BA}" type="pres">
      <dgm:prSet presAssocID="{3FF4D2BA-4C1A-4F66-A8B0-B77C297819F8}" presName="descendantText" presStyleLbl="alignAcc1" presStyleIdx="0" presStyleCnt="4">
        <dgm:presLayoutVars>
          <dgm:bulletEnabled val="1"/>
        </dgm:presLayoutVars>
      </dgm:prSet>
      <dgm:spPr/>
    </dgm:pt>
    <dgm:pt modelId="{03FD311A-F0C3-4768-A75E-F25BF477AE2B}" type="pres">
      <dgm:prSet presAssocID="{91A334FD-E967-4640-B37D-728BF7B4C78D}" presName="sp" presStyleCnt="0"/>
      <dgm:spPr/>
    </dgm:pt>
    <dgm:pt modelId="{0C6C2E63-2FB5-472B-8B6D-95211EAAC990}" type="pres">
      <dgm:prSet presAssocID="{9F63B19D-E025-4BA2-8AB4-532F995AD5D7}" presName="composite" presStyleCnt="0"/>
      <dgm:spPr/>
    </dgm:pt>
    <dgm:pt modelId="{FC7ABE88-B9BC-4728-95D0-04447F59E726}" type="pres">
      <dgm:prSet presAssocID="{9F63B19D-E025-4BA2-8AB4-532F995AD5D7}" presName="parentText" presStyleLbl="alignNode1" presStyleIdx="1" presStyleCnt="4">
        <dgm:presLayoutVars>
          <dgm:chMax val="1"/>
          <dgm:bulletEnabled val="1"/>
        </dgm:presLayoutVars>
      </dgm:prSet>
      <dgm:spPr/>
    </dgm:pt>
    <dgm:pt modelId="{9B269CEF-3645-41DD-BA0A-8CCEAC134434}" type="pres">
      <dgm:prSet presAssocID="{9F63B19D-E025-4BA2-8AB4-532F995AD5D7}" presName="descendantText" presStyleLbl="alignAcc1" presStyleIdx="1" presStyleCnt="4">
        <dgm:presLayoutVars>
          <dgm:bulletEnabled val="1"/>
        </dgm:presLayoutVars>
      </dgm:prSet>
      <dgm:spPr/>
    </dgm:pt>
    <dgm:pt modelId="{497E84E9-0B68-4937-A855-0B29E7980361}" type="pres">
      <dgm:prSet presAssocID="{A79AEA2F-AA85-4E5A-ACCE-CFE672490D98}" presName="sp" presStyleCnt="0"/>
      <dgm:spPr/>
    </dgm:pt>
    <dgm:pt modelId="{C2A99EA8-FCD4-4E42-8D20-3ADCC91D0D9C}" type="pres">
      <dgm:prSet presAssocID="{096C243B-0B74-4EE4-84AA-DF9A605CFB12}" presName="composite" presStyleCnt="0"/>
      <dgm:spPr/>
    </dgm:pt>
    <dgm:pt modelId="{280866F7-A546-4805-9623-15BE907A59CE}" type="pres">
      <dgm:prSet presAssocID="{096C243B-0B74-4EE4-84AA-DF9A605CFB12}" presName="parentText" presStyleLbl="alignNode1" presStyleIdx="2" presStyleCnt="4">
        <dgm:presLayoutVars>
          <dgm:chMax val="1"/>
          <dgm:bulletEnabled val="1"/>
        </dgm:presLayoutVars>
      </dgm:prSet>
      <dgm:spPr/>
    </dgm:pt>
    <dgm:pt modelId="{F60E4FA1-F2CD-4218-98CC-CCB640EAECA2}" type="pres">
      <dgm:prSet presAssocID="{096C243B-0B74-4EE4-84AA-DF9A605CFB12}" presName="descendantText" presStyleLbl="alignAcc1" presStyleIdx="2" presStyleCnt="4">
        <dgm:presLayoutVars>
          <dgm:bulletEnabled val="1"/>
        </dgm:presLayoutVars>
      </dgm:prSet>
      <dgm:spPr/>
    </dgm:pt>
    <dgm:pt modelId="{A66F94E5-555D-4314-BD7A-DC6701249081}" type="pres">
      <dgm:prSet presAssocID="{09CCE187-20AF-4AA6-95DE-F5B8F73312FA}" presName="sp" presStyleCnt="0"/>
      <dgm:spPr/>
    </dgm:pt>
    <dgm:pt modelId="{C195D751-E5CC-4DD1-B780-D53C98C17155}" type="pres">
      <dgm:prSet presAssocID="{C1DB060A-3389-4015-9BF3-B30729D7C432}" presName="composite" presStyleCnt="0"/>
      <dgm:spPr/>
    </dgm:pt>
    <dgm:pt modelId="{1FC3CDC1-2AF2-4513-A48F-169807F02C4E}" type="pres">
      <dgm:prSet presAssocID="{C1DB060A-3389-4015-9BF3-B30729D7C432}" presName="parentText" presStyleLbl="alignNode1" presStyleIdx="3" presStyleCnt="4">
        <dgm:presLayoutVars>
          <dgm:chMax val="1"/>
          <dgm:bulletEnabled val="1"/>
        </dgm:presLayoutVars>
      </dgm:prSet>
      <dgm:spPr/>
    </dgm:pt>
    <dgm:pt modelId="{1DA755A1-A158-467B-BF51-A0179EBD2491}" type="pres">
      <dgm:prSet presAssocID="{C1DB060A-3389-4015-9BF3-B30729D7C432}" presName="descendantText" presStyleLbl="alignAcc1" presStyleIdx="3" presStyleCnt="4">
        <dgm:presLayoutVars>
          <dgm:bulletEnabled val="1"/>
        </dgm:presLayoutVars>
      </dgm:prSet>
      <dgm:spPr/>
    </dgm:pt>
  </dgm:ptLst>
  <dgm:cxnLst>
    <dgm:cxn modelId="{F2DDD608-227E-4B50-8B30-2EDD31C72244}" srcId="{3FF4D2BA-4C1A-4F66-A8B0-B77C297819F8}" destId="{E04026C2-175F-4969-8787-5FB8736E3269}" srcOrd="1" destOrd="0" parTransId="{053FE2D1-94F1-47DC-A941-E1A5544402CD}" sibTransId="{3AD0B557-0B5E-4991-A583-989FF5986EB5}"/>
    <dgm:cxn modelId="{7BF8BA1D-E4AC-4E0C-BC9C-7E380A577E23}" type="presOf" srcId="{9F63B19D-E025-4BA2-8AB4-532F995AD5D7}" destId="{FC7ABE88-B9BC-4728-95D0-04447F59E726}" srcOrd="0" destOrd="0" presId="urn:microsoft.com/office/officeart/2005/8/layout/chevron2"/>
    <dgm:cxn modelId="{5CF56037-38EE-48B3-8ACF-551998D56CD7}" type="presOf" srcId="{968A53A1-9CED-475A-BA92-1AD8F5ABCFE2}" destId="{1DA755A1-A158-467B-BF51-A0179EBD2491}" srcOrd="0" destOrd="0" presId="urn:microsoft.com/office/officeart/2005/8/layout/chevron2"/>
    <dgm:cxn modelId="{EA031F39-8359-4322-90DD-A5120744DD73}" srcId="{9F63B19D-E025-4BA2-8AB4-532F995AD5D7}" destId="{08BC9BB8-8E94-44BE-84C5-A054A05615E6}" srcOrd="1" destOrd="0" parTransId="{229B0C1D-C55B-45FD-8C05-9199A48CC061}" sibTransId="{819D2934-B5D1-4E64-9C20-E37F8228C97D}"/>
    <dgm:cxn modelId="{2D207C5B-7A99-4906-B8AA-63C233E9B31C}" type="presOf" srcId="{E04026C2-175F-4969-8787-5FB8736E3269}" destId="{0DE0F26C-3972-4CDD-8EFA-6A93975626BA}" srcOrd="0" destOrd="1" presId="urn:microsoft.com/office/officeart/2005/8/layout/chevron2"/>
    <dgm:cxn modelId="{2E471D41-D2C5-4E58-A569-62C8D8D63683}" srcId="{C1DB060A-3389-4015-9BF3-B30729D7C432}" destId="{968A53A1-9CED-475A-BA92-1AD8F5ABCFE2}" srcOrd="0" destOrd="0" parTransId="{02176369-F5D0-4861-BC7E-777175190A4F}" sibTransId="{FC87F31A-6D35-4090-9311-CAADD511C24F}"/>
    <dgm:cxn modelId="{D601D248-70F2-47E4-B172-8B6E0012CC0C}" type="presOf" srcId="{2A9F1089-D425-486E-9FCD-D3525DDC33A4}" destId="{AC5073D8-F10E-4236-9EE0-E32A504625B9}" srcOrd="0" destOrd="0" presId="urn:microsoft.com/office/officeart/2005/8/layout/chevron2"/>
    <dgm:cxn modelId="{C62C1E4A-6B05-44C3-94DF-D4D957905BDB}" srcId="{9F63B19D-E025-4BA2-8AB4-532F995AD5D7}" destId="{16935CC9-73E9-4D26-9524-3B05CEAF4F30}" srcOrd="0" destOrd="0" parTransId="{3C97C2FF-2412-4B27-84FF-3F849D948147}" sibTransId="{CD9E6E1A-9635-497C-8614-FF03D392E1FF}"/>
    <dgm:cxn modelId="{6166CA6A-F7AB-46FA-9DFF-CD2AA90CD44E}" type="presOf" srcId="{16935CC9-73E9-4D26-9524-3B05CEAF4F30}" destId="{9B269CEF-3645-41DD-BA0A-8CCEAC134434}" srcOrd="0" destOrd="0" presId="urn:microsoft.com/office/officeart/2005/8/layout/chevron2"/>
    <dgm:cxn modelId="{8A954351-25C7-4CD8-920B-DC3C500C8A46}" type="presOf" srcId="{49685333-D867-403A-88BC-78ADAC75FFBB}" destId="{F60E4FA1-F2CD-4218-98CC-CCB640EAECA2}" srcOrd="0" destOrd="1" presId="urn:microsoft.com/office/officeart/2005/8/layout/chevron2"/>
    <dgm:cxn modelId="{51B2A77B-E7F8-4C48-A96D-FFAE6095423C}" srcId="{3FF4D2BA-4C1A-4F66-A8B0-B77C297819F8}" destId="{1713004A-A8D6-4B3B-BB97-46E7472B4500}" srcOrd="2" destOrd="0" parTransId="{F999C694-7A13-4671-AB38-EAF2C300D4A8}" sibTransId="{DF9D5192-AC57-4917-9768-C8E1B24D3C7A}"/>
    <dgm:cxn modelId="{67CAB47E-24BC-45DB-9141-C97AAE263968}" srcId="{2A9F1089-D425-486E-9FCD-D3525DDC33A4}" destId="{9F63B19D-E025-4BA2-8AB4-532F995AD5D7}" srcOrd="1" destOrd="0" parTransId="{77424263-6CAA-44FE-9E14-6E24C93E5191}" sibTransId="{A79AEA2F-AA85-4E5A-ACCE-CFE672490D98}"/>
    <dgm:cxn modelId="{BC720E88-93FD-4E61-9EA3-D4984252814C}" type="presOf" srcId="{BBDC9780-357B-4893-8792-617479987A57}" destId="{9B269CEF-3645-41DD-BA0A-8CCEAC134434}" srcOrd="0" destOrd="2" presId="urn:microsoft.com/office/officeart/2005/8/layout/chevron2"/>
    <dgm:cxn modelId="{83240D98-6BEF-4BB7-BF8B-9C303DBD4DB3}" type="presOf" srcId="{3FF4D2BA-4C1A-4F66-A8B0-B77C297819F8}" destId="{AB6BFB1D-A5EF-4C6B-8B97-D9C9ACCBA791}" srcOrd="0" destOrd="0" presId="urn:microsoft.com/office/officeart/2005/8/layout/chevron2"/>
    <dgm:cxn modelId="{4665FB9E-BA55-4EA5-92F2-BD5D07782378}" srcId="{2A9F1089-D425-486E-9FCD-D3525DDC33A4}" destId="{C1DB060A-3389-4015-9BF3-B30729D7C432}" srcOrd="3" destOrd="0" parTransId="{A2250510-B384-4C0B-965E-E52A1D75ABD9}" sibTransId="{A1C02B53-CAC1-4707-AE9B-B6D1ECD7E888}"/>
    <dgm:cxn modelId="{BAA06DA3-3328-43BB-9D05-1CE19EAB4692}" srcId="{3FF4D2BA-4C1A-4F66-A8B0-B77C297819F8}" destId="{3718E6D2-5394-4D0A-8B88-890B124B28C2}" srcOrd="0" destOrd="0" parTransId="{923E538D-61CF-4A6A-9A79-6C47FAFDC998}" sibTransId="{842725F2-0171-4FE6-8E36-7759B6C0D131}"/>
    <dgm:cxn modelId="{55100BB0-4F5A-4A47-AB2F-195241DD8277}" type="presOf" srcId="{096C243B-0B74-4EE4-84AA-DF9A605CFB12}" destId="{280866F7-A546-4805-9623-15BE907A59CE}" srcOrd="0" destOrd="0" presId="urn:microsoft.com/office/officeart/2005/8/layout/chevron2"/>
    <dgm:cxn modelId="{FFD1F2B7-99E0-4EC9-96AA-393728E496DA}" type="presOf" srcId="{08BC9BB8-8E94-44BE-84C5-A054A05615E6}" destId="{9B269CEF-3645-41DD-BA0A-8CCEAC134434}" srcOrd="0" destOrd="1" presId="urn:microsoft.com/office/officeart/2005/8/layout/chevron2"/>
    <dgm:cxn modelId="{28ADC7BC-7A0C-4AF0-BC30-88BD75231410}" type="presOf" srcId="{BFAE122B-3E56-443B-A701-A42F58870204}" destId="{F60E4FA1-F2CD-4218-98CC-CCB640EAECA2}" srcOrd="0" destOrd="0" presId="urn:microsoft.com/office/officeart/2005/8/layout/chevron2"/>
    <dgm:cxn modelId="{2FDE63C4-30F9-4912-8DC5-66BC0B8B37A4}" srcId="{096C243B-0B74-4EE4-84AA-DF9A605CFB12}" destId="{49685333-D867-403A-88BC-78ADAC75FFBB}" srcOrd="1" destOrd="0" parTransId="{ED258E42-03A6-4820-9741-B9671123A19A}" sibTransId="{A55F7590-4A74-413B-BF42-FCEFBF9A5855}"/>
    <dgm:cxn modelId="{0944CFC6-FB9D-470A-8121-7BB967DF99C0}" type="presOf" srcId="{1713004A-A8D6-4B3B-BB97-46E7472B4500}" destId="{0DE0F26C-3972-4CDD-8EFA-6A93975626BA}" srcOrd="0" destOrd="2" presId="urn:microsoft.com/office/officeart/2005/8/layout/chevron2"/>
    <dgm:cxn modelId="{C7DD27CA-BD37-4680-8431-E528F5B5DBA8}" srcId="{2A9F1089-D425-486E-9FCD-D3525DDC33A4}" destId="{3FF4D2BA-4C1A-4F66-A8B0-B77C297819F8}" srcOrd="0" destOrd="0" parTransId="{420DDC1E-2DED-48CD-9BAC-CB970102C194}" sibTransId="{91A334FD-E967-4640-B37D-728BF7B4C78D}"/>
    <dgm:cxn modelId="{B6AE37CA-76AA-492E-B131-9C2CB28C52CF}" type="presOf" srcId="{3718E6D2-5394-4D0A-8B88-890B124B28C2}" destId="{0DE0F26C-3972-4CDD-8EFA-6A93975626BA}" srcOrd="0" destOrd="0" presId="urn:microsoft.com/office/officeart/2005/8/layout/chevron2"/>
    <dgm:cxn modelId="{B044B0E3-4310-4555-8214-C4DEC89C79F8}" srcId="{2A9F1089-D425-486E-9FCD-D3525DDC33A4}" destId="{096C243B-0B74-4EE4-84AA-DF9A605CFB12}" srcOrd="2" destOrd="0" parTransId="{D27DF366-E08C-4209-BB0A-C21C1A781C9B}" sibTransId="{09CCE187-20AF-4AA6-95DE-F5B8F73312FA}"/>
    <dgm:cxn modelId="{26B84FE5-4EE9-4CA9-BBAD-45D7E72D37D6}" type="presOf" srcId="{C1DB060A-3389-4015-9BF3-B30729D7C432}" destId="{1FC3CDC1-2AF2-4513-A48F-169807F02C4E}" srcOrd="0" destOrd="0" presId="urn:microsoft.com/office/officeart/2005/8/layout/chevron2"/>
    <dgm:cxn modelId="{B30C18EE-F721-4489-928B-FFAB3713186F}" srcId="{9F63B19D-E025-4BA2-8AB4-532F995AD5D7}" destId="{BBDC9780-357B-4893-8792-617479987A57}" srcOrd="2" destOrd="0" parTransId="{B4037683-AD4E-454F-A162-E2BCBBC416B7}" sibTransId="{E77838D6-5809-4F1F-8D19-2E3F731D5CA4}"/>
    <dgm:cxn modelId="{A01DF4F5-9207-43E7-B8C3-E10E6BD7903A}" srcId="{096C243B-0B74-4EE4-84AA-DF9A605CFB12}" destId="{BFAE122B-3E56-443B-A701-A42F58870204}" srcOrd="0" destOrd="0" parTransId="{2969405A-D877-4C35-97C9-458B0FA1700E}" sibTransId="{4D6FD811-81D7-4CD0-9633-7D70C53DDBDA}"/>
    <dgm:cxn modelId="{E36CA6D6-544E-47F3-919A-7D1CCF5E253E}" type="presParOf" srcId="{AC5073D8-F10E-4236-9EE0-E32A504625B9}" destId="{10C7B3B9-FB5A-4024-A9FE-AE517A157E70}" srcOrd="0" destOrd="0" presId="urn:microsoft.com/office/officeart/2005/8/layout/chevron2"/>
    <dgm:cxn modelId="{BF55D139-797C-4BA3-8FF3-70BDA9F61C66}" type="presParOf" srcId="{10C7B3B9-FB5A-4024-A9FE-AE517A157E70}" destId="{AB6BFB1D-A5EF-4C6B-8B97-D9C9ACCBA791}" srcOrd="0" destOrd="0" presId="urn:microsoft.com/office/officeart/2005/8/layout/chevron2"/>
    <dgm:cxn modelId="{4AD7E6A9-3042-4132-A02F-40D3C77941A0}" type="presParOf" srcId="{10C7B3B9-FB5A-4024-A9FE-AE517A157E70}" destId="{0DE0F26C-3972-4CDD-8EFA-6A93975626BA}" srcOrd="1" destOrd="0" presId="urn:microsoft.com/office/officeart/2005/8/layout/chevron2"/>
    <dgm:cxn modelId="{EFA13C4D-2934-4134-8AD2-CA3A78D729A4}" type="presParOf" srcId="{AC5073D8-F10E-4236-9EE0-E32A504625B9}" destId="{03FD311A-F0C3-4768-A75E-F25BF477AE2B}" srcOrd="1" destOrd="0" presId="urn:microsoft.com/office/officeart/2005/8/layout/chevron2"/>
    <dgm:cxn modelId="{CE2157B7-FAFF-4488-BA12-3E517CC838F7}" type="presParOf" srcId="{AC5073D8-F10E-4236-9EE0-E32A504625B9}" destId="{0C6C2E63-2FB5-472B-8B6D-95211EAAC990}" srcOrd="2" destOrd="0" presId="urn:microsoft.com/office/officeart/2005/8/layout/chevron2"/>
    <dgm:cxn modelId="{06DB0CA0-D740-4697-9122-52FB77D4DCE7}" type="presParOf" srcId="{0C6C2E63-2FB5-472B-8B6D-95211EAAC990}" destId="{FC7ABE88-B9BC-4728-95D0-04447F59E726}" srcOrd="0" destOrd="0" presId="urn:microsoft.com/office/officeart/2005/8/layout/chevron2"/>
    <dgm:cxn modelId="{814238ED-8C13-4E7F-BB7C-ACE7040E51DA}" type="presParOf" srcId="{0C6C2E63-2FB5-472B-8B6D-95211EAAC990}" destId="{9B269CEF-3645-41DD-BA0A-8CCEAC134434}" srcOrd="1" destOrd="0" presId="urn:microsoft.com/office/officeart/2005/8/layout/chevron2"/>
    <dgm:cxn modelId="{91B425F9-0B89-418A-AFEC-7058318DC0E0}" type="presParOf" srcId="{AC5073D8-F10E-4236-9EE0-E32A504625B9}" destId="{497E84E9-0B68-4937-A855-0B29E7980361}" srcOrd="3" destOrd="0" presId="urn:microsoft.com/office/officeart/2005/8/layout/chevron2"/>
    <dgm:cxn modelId="{3932E063-63EB-47F6-AF62-C227767202F8}" type="presParOf" srcId="{AC5073D8-F10E-4236-9EE0-E32A504625B9}" destId="{C2A99EA8-FCD4-4E42-8D20-3ADCC91D0D9C}" srcOrd="4" destOrd="0" presId="urn:microsoft.com/office/officeart/2005/8/layout/chevron2"/>
    <dgm:cxn modelId="{3E1E8891-8A1F-4B78-BC79-9584EA12173F}" type="presParOf" srcId="{C2A99EA8-FCD4-4E42-8D20-3ADCC91D0D9C}" destId="{280866F7-A546-4805-9623-15BE907A59CE}" srcOrd="0" destOrd="0" presId="urn:microsoft.com/office/officeart/2005/8/layout/chevron2"/>
    <dgm:cxn modelId="{30A55F5A-514D-435B-AEF0-AFA36216F084}" type="presParOf" srcId="{C2A99EA8-FCD4-4E42-8D20-3ADCC91D0D9C}" destId="{F60E4FA1-F2CD-4218-98CC-CCB640EAECA2}" srcOrd="1" destOrd="0" presId="urn:microsoft.com/office/officeart/2005/8/layout/chevron2"/>
    <dgm:cxn modelId="{AC64C72C-059C-481F-9640-37BDA293A11F}" type="presParOf" srcId="{AC5073D8-F10E-4236-9EE0-E32A504625B9}" destId="{A66F94E5-555D-4314-BD7A-DC6701249081}" srcOrd="5" destOrd="0" presId="urn:microsoft.com/office/officeart/2005/8/layout/chevron2"/>
    <dgm:cxn modelId="{671268FA-50C3-4115-89BC-09CBBB3B7B58}" type="presParOf" srcId="{AC5073D8-F10E-4236-9EE0-E32A504625B9}" destId="{C195D751-E5CC-4DD1-B780-D53C98C17155}" srcOrd="6" destOrd="0" presId="urn:microsoft.com/office/officeart/2005/8/layout/chevron2"/>
    <dgm:cxn modelId="{7E451840-920C-4B31-A5D7-1CE29913A6AA}" type="presParOf" srcId="{C195D751-E5CC-4DD1-B780-D53C98C17155}" destId="{1FC3CDC1-2AF2-4513-A48F-169807F02C4E}" srcOrd="0" destOrd="0" presId="urn:microsoft.com/office/officeart/2005/8/layout/chevron2"/>
    <dgm:cxn modelId="{6582226B-32FF-4D15-8DC5-DA40ED2CCC2C}" type="presParOf" srcId="{C195D751-E5CC-4DD1-B780-D53C98C17155}" destId="{1DA755A1-A158-467B-BF51-A0179EBD2491}" srcOrd="1" destOrd="0" presId="urn:microsoft.com/office/officeart/2005/8/layout/chevron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0FBADBCE-0DAB-456C-BB75-1DE546FC1384}"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2B402D52-3B66-462F-BF82-78B1C21CA905}">
      <dgm:prSet phldrT="[Text]" custT="1"/>
      <dgm:spPr>
        <a:solidFill>
          <a:schemeClr val="accent3">
            <a:lumMod val="75000"/>
          </a:schemeClr>
        </a:solidFill>
      </dgm:spPr>
      <dgm:t>
        <a:bodyPr/>
        <a:lstStyle/>
        <a:p>
          <a:r>
            <a:rPr lang="en-US" sz="2000" dirty="0"/>
            <a:t>Data Quality</a:t>
          </a:r>
        </a:p>
      </dgm:t>
    </dgm:pt>
    <dgm:pt modelId="{F948264F-75A9-4115-BF8F-A02A86403690}" type="parTrans" cxnId="{C815CA2A-DF5D-41BF-BE79-8008B2349DDE}">
      <dgm:prSet/>
      <dgm:spPr/>
      <dgm:t>
        <a:bodyPr/>
        <a:lstStyle/>
        <a:p>
          <a:endParaRPr lang="en-US"/>
        </a:p>
      </dgm:t>
    </dgm:pt>
    <dgm:pt modelId="{3F687844-E333-41F9-9521-A5C0C47AC642}" type="sibTrans" cxnId="{C815CA2A-DF5D-41BF-BE79-8008B2349DDE}">
      <dgm:prSet/>
      <dgm:spPr/>
      <dgm:t>
        <a:bodyPr/>
        <a:lstStyle/>
        <a:p>
          <a:endParaRPr lang="en-US"/>
        </a:p>
      </dgm:t>
    </dgm:pt>
    <dgm:pt modelId="{9EFB95F3-C53A-4852-8E25-5DACD9584956}">
      <dgm:prSet phldrT="[Text]"/>
      <dgm:spPr/>
      <dgm:t>
        <a:bodyPr/>
        <a:lstStyle/>
        <a:p>
          <a:r>
            <a:rPr lang="en-US" dirty="0"/>
            <a:t>Collect feedback and quality, ground-truth summaries from sales professionals on summarization quality, improving summarization relevance, accuracy, and inference power</a:t>
          </a:r>
        </a:p>
      </dgm:t>
    </dgm:pt>
    <dgm:pt modelId="{AE12BCB5-9B59-4BBF-A421-A01AC90E78D9}" type="parTrans" cxnId="{DED10EFB-F94B-4B0F-A5E7-537BFCEE4E8B}">
      <dgm:prSet/>
      <dgm:spPr/>
      <dgm:t>
        <a:bodyPr/>
        <a:lstStyle/>
        <a:p>
          <a:endParaRPr lang="en-US"/>
        </a:p>
      </dgm:t>
    </dgm:pt>
    <dgm:pt modelId="{A463F742-E687-4F43-9E53-99B723146DC1}" type="sibTrans" cxnId="{DED10EFB-F94B-4B0F-A5E7-537BFCEE4E8B}">
      <dgm:prSet/>
      <dgm:spPr/>
      <dgm:t>
        <a:bodyPr/>
        <a:lstStyle/>
        <a:p>
          <a:endParaRPr lang="en-US"/>
        </a:p>
      </dgm:t>
    </dgm:pt>
    <dgm:pt modelId="{883DDF93-3EB2-4F2F-B5EC-E25A3E20281E}">
      <dgm:prSet phldrT="[Text]" custT="1"/>
      <dgm:spPr>
        <a:solidFill>
          <a:schemeClr val="accent3">
            <a:lumMod val="75000"/>
          </a:schemeClr>
        </a:solidFill>
      </dgm:spPr>
      <dgm:t>
        <a:bodyPr/>
        <a:lstStyle/>
        <a:p>
          <a:r>
            <a:rPr lang="en-US" sz="2000" dirty="0"/>
            <a:t>Deeper Context for In-Context Learning</a:t>
          </a:r>
        </a:p>
      </dgm:t>
    </dgm:pt>
    <dgm:pt modelId="{C1D6E682-6C8B-4395-B217-28F355C595EB}" type="parTrans" cxnId="{998883EA-2DF2-44F7-928E-7E08AB01DAE3}">
      <dgm:prSet/>
      <dgm:spPr/>
      <dgm:t>
        <a:bodyPr/>
        <a:lstStyle/>
        <a:p>
          <a:endParaRPr lang="en-US"/>
        </a:p>
      </dgm:t>
    </dgm:pt>
    <dgm:pt modelId="{D8F3C0E4-AE41-4EEB-9CD4-601822E2C3B5}" type="sibTrans" cxnId="{998883EA-2DF2-44F7-928E-7E08AB01DAE3}">
      <dgm:prSet/>
      <dgm:spPr/>
      <dgm:t>
        <a:bodyPr/>
        <a:lstStyle/>
        <a:p>
          <a:endParaRPr lang="en-US"/>
        </a:p>
      </dgm:t>
    </dgm:pt>
    <dgm:pt modelId="{FC485BA1-9E62-4300-A015-B6D0E76C1CDA}">
      <dgm:prSet phldrT="[Text]"/>
      <dgm:spPr/>
      <dgm:t>
        <a:bodyPr/>
        <a:lstStyle/>
        <a:p>
          <a:r>
            <a:rPr lang="en-US" dirty="0"/>
            <a:t>Current matches lead snapshots are sent with their conversion status. However, providing LLMs with entire histories of where they ended up may provide better context for how a lead may develop</a:t>
          </a:r>
        </a:p>
      </dgm:t>
    </dgm:pt>
    <dgm:pt modelId="{BE1A9984-C297-4EDE-857D-EC5CD4FB642A}" type="parTrans" cxnId="{A6929E57-47F6-4171-9BF3-4B0C575A0A3B}">
      <dgm:prSet/>
      <dgm:spPr/>
      <dgm:t>
        <a:bodyPr/>
        <a:lstStyle/>
        <a:p>
          <a:endParaRPr lang="en-US"/>
        </a:p>
      </dgm:t>
    </dgm:pt>
    <dgm:pt modelId="{E921530A-0DF8-439E-BDDD-3A265AA3001B}" type="sibTrans" cxnId="{A6929E57-47F6-4171-9BF3-4B0C575A0A3B}">
      <dgm:prSet/>
      <dgm:spPr/>
      <dgm:t>
        <a:bodyPr/>
        <a:lstStyle/>
        <a:p>
          <a:endParaRPr lang="en-US"/>
        </a:p>
      </dgm:t>
    </dgm:pt>
    <dgm:pt modelId="{88F74B66-5F6C-453F-90B0-74F77101C603}">
      <dgm:prSet phldrT="[Text]"/>
      <dgm:spPr/>
      <dgm:t>
        <a:bodyPr/>
        <a:lstStyle/>
        <a:p>
          <a:r>
            <a:rPr lang="en-US" dirty="0"/>
            <a:t> Agent automatically updates data and text fields based on discussion and correction from AEs and other users</a:t>
          </a:r>
        </a:p>
      </dgm:t>
    </dgm:pt>
    <dgm:pt modelId="{72FBD0FE-B4FE-4BFA-BBF4-7D0484B2EB3D}" type="parTrans" cxnId="{F490E9DB-A61A-496C-875A-4B0A31D90AFF}">
      <dgm:prSet/>
      <dgm:spPr/>
      <dgm:t>
        <a:bodyPr/>
        <a:lstStyle/>
        <a:p>
          <a:endParaRPr lang="en-US"/>
        </a:p>
      </dgm:t>
    </dgm:pt>
    <dgm:pt modelId="{26F1404B-B29C-4DE9-BCD1-C27D08EB8190}" type="sibTrans" cxnId="{F490E9DB-A61A-496C-875A-4B0A31D90AFF}">
      <dgm:prSet/>
      <dgm:spPr/>
      <dgm:t>
        <a:bodyPr/>
        <a:lstStyle/>
        <a:p>
          <a:endParaRPr lang="en-US"/>
        </a:p>
      </dgm:t>
    </dgm:pt>
    <dgm:pt modelId="{E4F68187-4992-46BA-AA5B-9B7A2441AE25}">
      <dgm:prSet phldrT="[Text]" custT="1"/>
      <dgm:spPr>
        <a:solidFill>
          <a:schemeClr val="accent3">
            <a:lumMod val="75000"/>
          </a:schemeClr>
        </a:solidFill>
      </dgm:spPr>
      <dgm:t>
        <a:bodyPr/>
        <a:lstStyle/>
        <a:p>
          <a:r>
            <a:rPr lang="en-US" sz="2000" dirty="0"/>
            <a:t>Long-term Temporal Context</a:t>
          </a:r>
        </a:p>
      </dgm:t>
    </dgm:pt>
    <dgm:pt modelId="{3641C1FB-836F-4DBD-8511-CC892551A7D9}" type="parTrans" cxnId="{2CAAFCDB-4A8E-4CA4-BD2D-105C61F6E033}">
      <dgm:prSet/>
      <dgm:spPr/>
      <dgm:t>
        <a:bodyPr/>
        <a:lstStyle/>
        <a:p>
          <a:endParaRPr lang="en-US"/>
        </a:p>
      </dgm:t>
    </dgm:pt>
    <dgm:pt modelId="{DE447DB6-E07D-40F6-A28D-F6A3242D3668}" type="sibTrans" cxnId="{2CAAFCDB-4A8E-4CA4-BD2D-105C61F6E033}">
      <dgm:prSet/>
      <dgm:spPr/>
      <dgm:t>
        <a:bodyPr/>
        <a:lstStyle/>
        <a:p>
          <a:endParaRPr lang="en-US"/>
        </a:p>
      </dgm:t>
    </dgm:pt>
    <dgm:pt modelId="{8F0A2FB3-ECB0-434E-A56B-580CCF89F126}">
      <dgm:prSet phldrT="[Text]"/>
      <dgm:spPr/>
      <dgm:t>
        <a:bodyPr/>
        <a:lstStyle/>
        <a:p>
          <a:r>
            <a:rPr lang="en-US" dirty="0"/>
            <a:t>Market conditions and internal factors change over time. In the long-term, distributional shifts between present and past data may bias similarity calculations and priority scoring.</a:t>
          </a:r>
        </a:p>
      </dgm:t>
    </dgm:pt>
    <dgm:pt modelId="{670C6691-E3E4-4E10-B9B2-D16E58D417A8}" type="parTrans" cxnId="{570C13B3-4ECA-4851-A959-C334462DA0A5}">
      <dgm:prSet/>
      <dgm:spPr/>
      <dgm:t>
        <a:bodyPr/>
        <a:lstStyle/>
        <a:p>
          <a:endParaRPr lang="en-US"/>
        </a:p>
      </dgm:t>
    </dgm:pt>
    <dgm:pt modelId="{95BC7E39-320D-4C5C-8A7D-796ED13A2CDE}" type="sibTrans" cxnId="{570C13B3-4ECA-4851-A959-C334462DA0A5}">
      <dgm:prSet/>
      <dgm:spPr/>
      <dgm:t>
        <a:bodyPr/>
        <a:lstStyle/>
        <a:p>
          <a:endParaRPr lang="en-US"/>
        </a:p>
      </dgm:t>
    </dgm:pt>
    <dgm:pt modelId="{7B4F16B7-5149-4EC3-B849-148ABB146B6E}">
      <dgm:prSet phldrT="[Text]" custT="1"/>
      <dgm:spPr>
        <a:solidFill>
          <a:schemeClr val="accent3">
            <a:lumMod val="75000"/>
          </a:schemeClr>
        </a:solidFill>
      </dgm:spPr>
      <dgm:t>
        <a:bodyPr/>
        <a:lstStyle/>
        <a:p>
          <a:r>
            <a:rPr lang="en-US" sz="2000" dirty="0"/>
            <a:t>Deep Learning</a:t>
          </a:r>
        </a:p>
      </dgm:t>
    </dgm:pt>
    <dgm:pt modelId="{C3CB6129-071F-448E-A418-73A587BCC7BB}" type="parTrans" cxnId="{76FB7A7C-8FCE-4FA5-8A5C-C56A3FB8391A}">
      <dgm:prSet/>
      <dgm:spPr/>
      <dgm:t>
        <a:bodyPr/>
        <a:lstStyle/>
        <a:p>
          <a:endParaRPr lang="en-US"/>
        </a:p>
      </dgm:t>
    </dgm:pt>
    <dgm:pt modelId="{865451DB-3AEA-4041-B3C5-EB628920097D}" type="sibTrans" cxnId="{76FB7A7C-8FCE-4FA5-8A5C-C56A3FB8391A}">
      <dgm:prSet/>
      <dgm:spPr/>
      <dgm:t>
        <a:bodyPr/>
        <a:lstStyle/>
        <a:p>
          <a:endParaRPr lang="en-US"/>
        </a:p>
      </dgm:t>
    </dgm:pt>
    <dgm:pt modelId="{991ACBF1-0D3B-4659-AABC-C94FDDF766AB}">
      <dgm:prSet phldrT="[Text]"/>
      <dgm:spPr/>
      <dgm:t>
        <a:bodyPr/>
        <a:lstStyle/>
        <a:p>
          <a:r>
            <a:rPr lang="en-US" dirty="0"/>
            <a:t>Neural networks may provide strong scoring performance through conventional math-based calculations, at cost of explainability.</a:t>
          </a:r>
        </a:p>
      </dgm:t>
    </dgm:pt>
    <dgm:pt modelId="{D8FE5845-030F-4931-90A9-C0995B98F0A7}" type="parTrans" cxnId="{EFBB9151-D3AC-417D-AAAB-753D5AC0C4CB}">
      <dgm:prSet/>
      <dgm:spPr/>
      <dgm:t>
        <a:bodyPr/>
        <a:lstStyle/>
        <a:p>
          <a:endParaRPr lang="en-US"/>
        </a:p>
      </dgm:t>
    </dgm:pt>
    <dgm:pt modelId="{7AE8B7E7-FCFF-48E0-8F9C-817A84AAACCE}" type="sibTrans" cxnId="{EFBB9151-D3AC-417D-AAAB-753D5AC0C4CB}">
      <dgm:prSet/>
      <dgm:spPr/>
      <dgm:t>
        <a:bodyPr/>
        <a:lstStyle/>
        <a:p>
          <a:endParaRPr lang="en-US"/>
        </a:p>
      </dgm:t>
    </dgm:pt>
    <dgm:pt modelId="{1F9EF6C2-C00E-434F-80A3-38E3E271AA36}">
      <dgm:prSet phldrT="[Text]"/>
      <dgm:spPr/>
      <dgm:t>
        <a:bodyPr/>
        <a:lstStyle/>
        <a:p>
          <a:r>
            <a:rPr lang="en-US" dirty="0"/>
            <a:t>Output can be used to supplement LLM explainability, which is paramount in sales communications</a:t>
          </a:r>
        </a:p>
      </dgm:t>
    </dgm:pt>
    <dgm:pt modelId="{B9864508-7316-4F89-B28E-07B6A4811692}" type="parTrans" cxnId="{27168DED-ADFF-4551-8A7F-07EBB5DFE63C}">
      <dgm:prSet/>
      <dgm:spPr/>
      <dgm:t>
        <a:bodyPr/>
        <a:lstStyle/>
        <a:p>
          <a:endParaRPr lang="en-US"/>
        </a:p>
      </dgm:t>
    </dgm:pt>
    <dgm:pt modelId="{7D9F39FE-6D45-401F-9407-F4264D20D601}" type="sibTrans" cxnId="{27168DED-ADFF-4551-8A7F-07EBB5DFE63C}">
      <dgm:prSet/>
      <dgm:spPr/>
      <dgm:t>
        <a:bodyPr/>
        <a:lstStyle/>
        <a:p>
          <a:endParaRPr lang="en-US"/>
        </a:p>
      </dgm:t>
    </dgm:pt>
    <dgm:pt modelId="{6A85246C-E1CE-4260-A432-7CF3327682B8}">
      <dgm:prSet phldrT="[Text]"/>
      <dgm:spPr/>
      <dgm:t>
        <a:bodyPr/>
        <a:lstStyle/>
        <a:p>
          <a:r>
            <a:rPr lang="en-US" dirty="0"/>
            <a:t>NN can be time-series trained, leveraging all history for training data and learning temporal trends</a:t>
          </a:r>
        </a:p>
      </dgm:t>
    </dgm:pt>
    <dgm:pt modelId="{69C68784-1963-49FF-97DB-0CB1777D3074}" type="parTrans" cxnId="{4168CC5B-9410-4C0C-BCC9-DBB59525A217}">
      <dgm:prSet/>
      <dgm:spPr/>
      <dgm:t>
        <a:bodyPr/>
        <a:lstStyle/>
        <a:p>
          <a:endParaRPr lang="en-US"/>
        </a:p>
      </dgm:t>
    </dgm:pt>
    <dgm:pt modelId="{3AD29061-DCBC-4572-BD5C-7C18D0F80C02}" type="sibTrans" cxnId="{4168CC5B-9410-4C0C-BCC9-DBB59525A217}">
      <dgm:prSet/>
      <dgm:spPr/>
      <dgm:t>
        <a:bodyPr/>
        <a:lstStyle/>
        <a:p>
          <a:endParaRPr lang="en-US"/>
        </a:p>
      </dgm:t>
    </dgm:pt>
    <dgm:pt modelId="{1963D883-CD4F-46E2-BE72-9450DE1EA8F9}" type="pres">
      <dgm:prSet presAssocID="{0FBADBCE-0DAB-456C-BB75-1DE546FC1384}" presName="Name0" presStyleCnt="0">
        <dgm:presLayoutVars>
          <dgm:dir/>
          <dgm:animLvl val="lvl"/>
          <dgm:resizeHandles val="exact"/>
        </dgm:presLayoutVars>
      </dgm:prSet>
      <dgm:spPr/>
    </dgm:pt>
    <dgm:pt modelId="{84A35E79-7847-4D42-9883-30F27657A817}" type="pres">
      <dgm:prSet presAssocID="{2B402D52-3B66-462F-BF82-78B1C21CA905}" presName="linNode" presStyleCnt="0"/>
      <dgm:spPr/>
    </dgm:pt>
    <dgm:pt modelId="{DF322F11-EC09-4CB6-86D6-63D29F65CBA6}" type="pres">
      <dgm:prSet presAssocID="{2B402D52-3B66-462F-BF82-78B1C21CA905}" presName="parentText" presStyleLbl="node1" presStyleIdx="0" presStyleCnt="4" custScaleX="72244">
        <dgm:presLayoutVars>
          <dgm:chMax val="1"/>
          <dgm:bulletEnabled val="1"/>
        </dgm:presLayoutVars>
      </dgm:prSet>
      <dgm:spPr/>
    </dgm:pt>
    <dgm:pt modelId="{8F928814-57FC-448D-97C6-CC590976771A}" type="pres">
      <dgm:prSet presAssocID="{2B402D52-3B66-462F-BF82-78B1C21CA905}" presName="descendantText" presStyleLbl="alignAccFollowNode1" presStyleIdx="0" presStyleCnt="4">
        <dgm:presLayoutVars>
          <dgm:bulletEnabled val="1"/>
        </dgm:presLayoutVars>
      </dgm:prSet>
      <dgm:spPr/>
    </dgm:pt>
    <dgm:pt modelId="{8F1E4C0C-DCC9-4A9B-83B9-7181442F1B4B}" type="pres">
      <dgm:prSet presAssocID="{3F687844-E333-41F9-9521-A5C0C47AC642}" presName="sp" presStyleCnt="0"/>
      <dgm:spPr/>
    </dgm:pt>
    <dgm:pt modelId="{0586223A-C417-4B2C-B3A6-3F04FB332EA7}" type="pres">
      <dgm:prSet presAssocID="{883DDF93-3EB2-4F2F-B5EC-E25A3E20281E}" presName="linNode" presStyleCnt="0"/>
      <dgm:spPr/>
    </dgm:pt>
    <dgm:pt modelId="{FAC87DAE-CF03-449D-93D5-F815AF960BEE}" type="pres">
      <dgm:prSet presAssocID="{883DDF93-3EB2-4F2F-B5EC-E25A3E20281E}" presName="parentText" presStyleLbl="node1" presStyleIdx="1" presStyleCnt="4" custScaleX="72244">
        <dgm:presLayoutVars>
          <dgm:chMax val="1"/>
          <dgm:bulletEnabled val="1"/>
        </dgm:presLayoutVars>
      </dgm:prSet>
      <dgm:spPr/>
    </dgm:pt>
    <dgm:pt modelId="{4BED322C-B070-4C9C-8D65-9C03322846AC}" type="pres">
      <dgm:prSet presAssocID="{883DDF93-3EB2-4F2F-B5EC-E25A3E20281E}" presName="descendantText" presStyleLbl="alignAccFollowNode1" presStyleIdx="1" presStyleCnt="4">
        <dgm:presLayoutVars>
          <dgm:bulletEnabled val="1"/>
        </dgm:presLayoutVars>
      </dgm:prSet>
      <dgm:spPr/>
    </dgm:pt>
    <dgm:pt modelId="{A33D2603-B849-44DD-BAAD-2309931E15D8}" type="pres">
      <dgm:prSet presAssocID="{D8F3C0E4-AE41-4EEB-9CD4-601822E2C3B5}" presName="sp" presStyleCnt="0"/>
      <dgm:spPr/>
    </dgm:pt>
    <dgm:pt modelId="{AE5A0247-D8AC-4A92-92BB-3E129A5F39C5}" type="pres">
      <dgm:prSet presAssocID="{7B4F16B7-5149-4EC3-B849-148ABB146B6E}" presName="linNode" presStyleCnt="0"/>
      <dgm:spPr/>
    </dgm:pt>
    <dgm:pt modelId="{F9DC3DC2-F79D-4273-B49A-B1C54B702E85}" type="pres">
      <dgm:prSet presAssocID="{7B4F16B7-5149-4EC3-B849-148ABB146B6E}" presName="parentText" presStyleLbl="node1" presStyleIdx="2" presStyleCnt="4" custScaleX="71781">
        <dgm:presLayoutVars>
          <dgm:chMax val="1"/>
          <dgm:bulletEnabled val="1"/>
        </dgm:presLayoutVars>
      </dgm:prSet>
      <dgm:spPr/>
    </dgm:pt>
    <dgm:pt modelId="{47338D80-E531-43C3-B295-D7ACB823EAA4}" type="pres">
      <dgm:prSet presAssocID="{7B4F16B7-5149-4EC3-B849-148ABB146B6E}" presName="descendantText" presStyleLbl="alignAccFollowNode1" presStyleIdx="2" presStyleCnt="4">
        <dgm:presLayoutVars>
          <dgm:bulletEnabled val="1"/>
        </dgm:presLayoutVars>
      </dgm:prSet>
      <dgm:spPr/>
    </dgm:pt>
    <dgm:pt modelId="{740DF428-6E83-4722-9002-7068B9179597}" type="pres">
      <dgm:prSet presAssocID="{865451DB-3AEA-4041-B3C5-EB628920097D}" presName="sp" presStyleCnt="0"/>
      <dgm:spPr/>
    </dgm:pt>
    <dgm:pt modelId="{1C85B932-C172-4A9E-8DEC-2B9A6594AB6B}" type="pres">
      <dgm:prSet presAssocID="{E4F68187-4992-46BA-AA5B-9B7A2441AE25}" presName="linNode" presStyleCnt="0"/>
      <dgm:spPr/>
    </dgm:pt>
    <dgm:pt modelId="{AA2BC393-D003-4F48-BE30-35AE489E7D72}" type="pres">
      <dgm:prSet presAssocID="{E4F68187-4992-46BA-AA5B-9B7A2441AE25}" presName="parentText" presStyleLbl="node1" presStyleIdx="3" presStyleCnt="4" custScaleX="72244">
        <dgm:presLayoutVars>
          <dgm:chMax val="1"/>
          <dgm:bulletEnabled val="1"/>
        </dgm:presLayoutVars>
      </dgm:prSet>
      <dgm:spPr/>
    </dgm:pt>
    <dgm:pt modelId="{D540D318-D1D9-4071-BC83-985651A75F58}" type="pres">
      <dgm:prSet presAssocID="{E4F68187-4992-46BA-AA5B-9B7A2441AE25}" presName="descendantText" presStyleLbl="alignAccFollowNode1" presStyleIdx="3" presStyleCnt="4">
        <dgm:presLayoutVars>
          <dgm:bulletEnabled val="1"/>
        </dgm:presLayoutVars>
      </dgm:prSet>
      <dgm:spPr/>
    </dgm:pt>
  </dgm:ptLst>
  <dgm:cxnLst>
    <dgm:cxn modelId="{9281A402-88B2-42AE-A0EE-05E7C2E83591}" type="presOf" srcId="{991ACBF1-0D3B-4659-AABC-C94FDDF766AB}" destId="{47338D80-E531-43C3-B295-D7ACB823EAA4}" srcOrd="0" destOrd="0" presId="urn:microsoft.com/office/officeart/2005/8/layout/vList5"/>
    <dgm:cxn modelId="{9501D204-56E9-4BDC-A9DE-E94C0BBABF54}" type="presOf" srcId="{E4F68187-4992-46BA-AA5B-9B7A2441AE25}" destId="{AA2BC393-D003-4F48-BE30-35AE489E7D72}" srcOrd="0" destOrd="0" presId="urn:microsoft.com/office/officeart/2005/8/layout/vList5"/>
    <dgm:cxn modelId="{C815CA2A-DF5D-41BF-BE79-8008B2349DDE}" srcId="{0FBADBCE-0DAB-456C-BB75-1DE546FC1384}" destId="{2B402D52-3B66-462F-BF82-78B1C21CA905}" srcOrd="0" destOrd="0" parTransId="{F948264F-75A9-4115-BF8F-A02A86403690}" sibTransId="{3F687844-E333-41F9-9521-A5C0C47AC642}"/>
    <dgm:cxn modelId="{DEC3342E-9F3D-4326-8796-D55567804D82}" type="presOf" srcId="{0FBADBCE-0DAB-456C-BB75-1DE546FC1384}" destId="{1963D883-CD4F-46E2-BE72-9450DE1EA8F9}" srcOrd="0" destOrd="0" presId="urn:microsoft.com/office/officeart/2005/8/layout/vList5"/>
    <dgm:cxn modelId="{4168CC5B-9410-4C0C-BCC9-DBB59525A217}" srcId="{7B4F16B7-5149-4EC3-B849-148ABB146B6E}" destId="{6A85246C-E1CE-4260-A432-7CF3327682B8}" srcOrd="1" destOrd="0" parTransId="{69C68784-1963-49FF-97DB-0CB1777D3074}" sibTransId="{3AD29061-DCBC-4572-BD5C-7C18D0F80C02}"/>
    <dgm:cxn modelId="{BAAF3860-BF51-40DD-A3FB-FD2682B1CBB2}" type="presOf" srcId="{88F74B66-5F6C-453F-90B0-74F77101C603}" destId="{8F928814-57FC-448D-97C6-CC590976771A}" srcOrd="0" destOrd="1" presId="urn:microsoft.com/office/officeart/2005/8/layout/vList5"/>
    <dgm:cxn modelId="{2110FF63-FF4B-44B3-AF63-ABBECECAE98D}" type="presOf" srcId="{FC485BA1-9E62-4300-A015-B6D0E76C1CDA}" destId="{4BED322C-B070-4C9C-8D65-9C03322846AC}" srcOrd="0" destOrd="0" presId="urn:microsoft.com/office/officeart/2005/8/layout/vList5"/>
    <dgm:cxn modelId="{EFBB9151-D3AC-417D-AAAB-753D5AC0C4CB}" srcId="{7B4F16B7-5149-4EC3-B849-148ABB146B6E}" destId="{991ACBF1-0D3B-4659-AABC-C94FDDF766AB}" srcOrd="0" destOrd="0" parTransId="{D8FE5845-030F-4931-90A9-C0995B98F0A7}" sibTransId="{7AE8B7E7-FCFF-48E0-8F9C-817A84AAACCE}"/>
    <dgm:cxn modelId="{A6929E57-47F6-4171-9BF3-4B0C575A0A3B}" srcId="{883DDF93-3EB2-4F2F-B5EC-E25A3E20281E}" destId="{FC485BA1-9E62-4300-A015-B6D0E76C1CDA}" srcOrd="0" destOrd="0" parTransId="{BE1A9984-C297-4EDE-857D-EC5CD4FB642A}" sibTransId="{E921530A-0DF8-439E-BDDD-3A265AA3001B}"/>
    <dgm:cxn modelId="{76FB7A7C-8FCE-4FA5-8A5C-C56A3FB8391A}" srcId="{0FBADBCE-0DAB-456C-BB75-1DE546FC1384}" destId="{7B4F16B7-5149-4EC3-B849-148ABB146B6E}" srcOrd="2" destOrd="0" parTransId="{C3CB6129-071F-448E-A418-73A587BCC7BB}" sibTransId="{865451DB-3AEA-4041-B3C5-EB628920097D}"/>
    <dgm:cxn modelId="{6A168D90-A192-4A04-843D-BB6E19C0FB3B}" type="presOf" srcId="{883DDF93-3EB2-4F2F-B5EC-E25A3E20281E}" destId="{FAC87DAE-CF03-449D-93D5-F815AF960BEE}" srcOrd="0" destOrd="0" presId="urn:microsoft.com/office/officeart/2005/8/layout/vList5"/>
    <dgm:cxn modelId="{570C13B3-4ECA-4851-A959-C334462DA0A5}" srcId="{E4F68187-4992-46BA-AA5B-9B7A2441AE25}" destId="{8F0A2FB3-ECB0-434E-A56B-580CCF89F126}" srcOrd="0" destOrd="0" parTransId="{670C6691-E3E4-4E10-B9B2-D16E58D417A8}" sibTransId="{95BC7E39-320D-4C5C-8A7D-796ED13A2CDE}"/>
    <dgm:cxn modelId="{76FC6CB7-9E22-4B83-B248-F1463451107A}" type="presOf" srcId="{8F0A2FB3-ECB0-434E-A56B-580CCF89F126}" destId="{D540D318-D1D9-4071-BC83-985651A75F58}" srcOrd="0" destOrd="0" presId="urn:microsoft.com/office/officeart/2005/8/layout/vList5"/>
    <dgm:cxn modelId="{329E7BBB-FE1D-4300-803C-BE7575F1BBE0}" type="presOf" srcId="{7B4F16B7-5149-4EC3-B849-148ABB146B6E}" destId="{F9DC3DC2-F79D-4273-B49A-B1C54B702E85}" srcOrd="0" destOrd="0" presId="urn:microsoft.com/office/officeart/2005/8/layout/vList5"/>
    <dgm:cxn modelId="{A0DD81D0-9F81-4A76-8290-E0910A1B9B86}" type="presOf" srcId="{1F9EF6C2-C00E-434F-80A3-38E3E271AA36}" destId="{47338D80-E531-43C3-B295-D7ACB823EAA4}" srcOrd="0" destOrd="2" presId="urn:microsoft.com/office/officeart/2005/8/layout/vList5"/>
    <dgm:cxn modelId="{F490E9DB-A61A-496C-875A-4B0A31D90AFF}" srcId="{2B402D52-3B66-462F-BF82-78B1C21CA905}" destId="{88F74B66-5F6C-453F-90B0-74F77101C603}" srcOrd="1" destOrd="0" parTransId="{72FBD0FE-B4FE-4BFA-BBF4-7D0484B2EB3D}" sibTransId="{26F1404B-B29C-4DE9-BCD1-C27D08EB8190}"/>
    <dgm:cxn modelId="{2CAAFCDB-4A8E-4CA4-BD2D-105C61F6E033}" srcId="{0FBADBCE-0DAB-456C-BB75-1DE546FC1384}" destId="{E4F68187-4992-46BA-AA5B-9B7A2441AE25}" srcOrd="3" destOrd="0" parTransId="{3641C1FB-836F-4DBD-8511-CC892551A7D9}" sibTransId="{DE447DB6-E07D-40F6-A28D-F6A3242D3668}"/>
    <dgm:cxn modelId="{01644BE7-9BD9-4C2C-834C-6C5D81F48D1A}" type="presOf" srcId="{9EFB95F3-C53A-4852-8E25-5DACD9584956}" destId="{8F928814-57FC-448D-97C6-CC590976771A}" srcOrd="0" destOrd="0" presId="urn:microsoft.com/office/officeart/2005/8/layout/vList5"/>
    <dgm:cxn modelId="{760640EA-39F0-4397-A714-47959FFBFED9}" type="presOf" srcId="{2B402D52-3B66-462F-BF82-78B1C21CA905}" destId="{DF322F11-EC09-4CB6-86D6-63D29F65CBA6}" srcOrd="0" destOrd="0" presId="urn:microsoft.com/office/officeart/2005/8/layout/vList5"/>
    <dgm:cxn modelId="{998883EA-2DF2-44F7-928E-7E08AB01DAE3}" srcId="{0FBADBCE-0DAB-456C-BB75-1DE546FC1384}" destId="{883DDF93-3EB2-4F2F-B5EC-E25A3E20281E}" srcOrd="1" destOrd="0" parTransId="{C1D6E682-6C8B-4395-B217-28F355C595EB}" sibTransId="{D8F3C0E4-AE41-4EEB-9CD4-601822E2C3B5}"/>
    <dgm:cxn modelId="{27168DED-ADFF-4551-8A7F-07EBB5DFE63C}" srcId="{7B4F16B7-5149-4EC3-B849-148ABB146B6E}" destId="{1F9EF6C2-C00E-434F-80A3-38E3E271AA36}" srcOrd="2" destOrd="0" parTransId="{B9864508-7316-4F89-B28E-07B6A4811692}" sibTransId="{7D9F39FE-6D45-401F-9407-F4264D20D601}"/>
    <dgm:cxn modelId="{F21D04FB-D5BE-4D5B-A1C5-A4BF321A61F8}" type="presOf" srcId="{6A85246C-E1CE-4260-A432-7CF3327682B8}" destId="{47338D80-E531-43C3-B295-D7ACB823EAA4}" srcOrd="0" destOrd="1" presId="urn:microsoft.com/office/officeart/2005/8/layout/vList5"/>
    <dgm:cxn modelId="{DED10EFB-F94B-4B0F-A5E7-537BFCEE4E8B}" srcId="{2B402D52-3B66-462F-BF82-78B1C21CA905}" destId="{9EFB95F3-C53A-4852-8E25-5DACD9584956}" srcOrd="0" destOrd="0" parTransId="{AE12BCB5-9B59-4BBF-A421-A01AC90E78D9}" sibTransId="{A463F742-E687-4F43-9E53-99B723146DC1}"/>
    <dgm:cxn modelId="{2498CA7A-B99D-47CA-A3AD-E09A2F94CCD6}" type="presParOf" srcId="{1963D883-CD4F-46E2-BE72-9450DE1EA8F9}" destId="{84A35E79-7847-4D42-9883-30F27657A817}" srcOrd="0" destOrd="0" presId="urn:microsoft.com/office/officeart/2005/8/layout/vList5"/>
    <dgm:cxn modelId="{A136AEF1-3775-40ED-AD48-E62884D0AFE1}" type="presParOf" srcId="{84A35E79-7847-4D42-9883-30F27657A817}" destId="{DF322F11-EC09-4CB6-86D6-63D29F65CBA6}" srcOrd="0" destOrd="0" presId="urn:microsoft.com/office/officeart/2005/8/layout/vList5"/>
    <dgm:cxn modelId="{25889B25-E567-4A52-98C9-DC18D322D5D1}" type="presParOf" srcId="{84A35E79-7847-4D42-9883-30F27657A817}" destId="{8F928814-57FC-448D-97C6-CC590976771A}" srcOrd="1" destOrd="0" presId="urn:microsoft.com/office/officeart/2005/8/layout/vList5"/>
    <dgm:cxn modelId="{779F7A92-AD44-4632-B10A-114DE4B6DF58}" type="presParOf" srcId="{1963D883-CD4F-46E2-BE72-9450DE1EA8F9}" destId="{8F1E4C0C-DCC9-4A9B-83B9-7181442F1B4B}" srcOrd="1" destOrd="0" presId="urn:microsoft.com/office/officeart/2005/8/layout/vList5"/>
    <dgm:cxn modelId="{269A49F0-CF0F-4C47-9E83-679838AA189D}" type="presParOf" srcId="{1963D883-CD4F-46E2-BE72-9450DE1EA8F9}" destId="{0586223A-C417-4B2C-B3A6-3F04FB332EA7}" srcOrd="2" destOrd="0" presId="urn:microsoft.com/office/officeart/2005/8/layout/vList5"/>
    <dgm:cxn modelId="{345AB693-AB4A-46DE-B820-AAFA2031A8D1}" type="presParOf" srcId="{0586223A-C417-4B2C-B3A6-3F04FB332EA7}" destId="{FAC87DAE-CF03-449D-93D5-F815AF960BEE}" srcOrd="0" destOrd="0" presId="urn:microsoft.com/office/officeart/2005/8/layout/vList5"/>
    <dgm:cxn modelId="{AAC8833B-66DF-413E-9D04-3CF4805F7EBA}" type="presParOf" srcId="{0586223A-C417-4B2C-B3A6-3F04FB332EA7}" destId="{4BED322C-B070-4C9C-8D65-9C03322846AC}" srcOrd="1" destOrd="0" presId="urn:microsoft.com/office/officeart/2005/8/layout/vList5"/>
    <dgm:cxn modelId="{D9A2CA37-4859-423E-8592-C611CC6A73A4}" type="presParOf" srcId="{1963D883-CD4F-46E2-BE72-9450DE1EA8F9}" destId="{A33D2603-B849-44DD-BAAD-2309931E15D8}" srcOrd="3" destOrd="0" presId="urn:microsoft.com/office/officeart/2005/8/layout/vList5"/>
    <dgm:cxn modelId="{E05675A9-B8CF-4506-83FB-ED1290A9380C}" type="presParOf" srcId="{1963D883-CD4F-46E2-BE72-9450DE1EA8F9}" destId="{AE5A0247-D8AC-4A92-92BB-3E129A5F39C5}" srcOrd="4" destOrd="0" presId="urn:microsoft.com/office/officeart/2005/8/layout/vList5"/>
    <dgm:cxn modelId="{01E6E97E-0D62-491E-BEFB-9BF5D5E848CB}" type="presParOf" srcId="{AE5A0247-D8AC-4A92-92BB-3E129A5F39C5}" destId="{F9DC3DC2-F79D-4273-B49A-B1C54B702E85}" srcOrd="0" destOrd="0" presId="urn:microsoft.com/office/officeart/2005/8/layout/vList5"/>
    <dgm:cxn modelId="{F2072E4E-AA1B-42CC-9AA4-D0424E17BC4C}" type="presParOf" srcId="{AE5A0247-D8AC-4A92-92BB-3E129A5F39C5}" destId="{47338D80-E531-43C3-B295-D7ACB823EAA4}" srcOrd="1" destOrd="0" presId="urn:microsoft.com/office/officeart/2005/8/layout/vList5"/>
    <dgm:cxn modelId="{87987E46-8FFA-4035-BB71-2286246520DF}" type="presParOf" srcId="{1963D883-CD4F-46E2-BE72-9450DE1EA8F9}" destId="{740DF428-6E83-4722-9002-7068B9179597}" srcOrd="5" destOrd="0" presId="urn:microsoft.com/office/officeart/2005/8/layout/vList5"/>
    <dgm:cxn modelId="{06FD08D8-DE32-49A6-B168-7548C10EF61D}" type="presParOf" srcId="{1963D883-CD4F-46E2-BE72-9450DE1EA8F9}" destId="{1C85B932-C172-4A9E-8DEC-2B9A6594AB6B}" srcOrd="6" destOrd="0" presId="urn:microsoft.com/office/officeart/2005/8/layout/vList5"/>
    <dgm:cxn modelId="{331A8E63-B215-4CFD-997C-2F95C2E774A4}" type="presParOf" srcId="{1C85B932-C172-4A9E-8DEC-2B9A6594AB6B}" destId="{AA2BC393-D003-4F48-BE30-35AE489E7D72}" srcOrd="0" destOrd="0" presId="urn:microsoft.com/office/officeart/2005/8/layout/vList5"/>
    <dgm:cxn modelId="{D6F2AEF6-CC9C-41CF-A31D-4A9537BD48DA}" type="presParOf" srcId="{1C85B932-C172-4A9E-8DEC-2B9A6594AB6B}" destId="{D540D318-D1D9-4071-BC83-985651A75F58}"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4EDBBE-3275-4BFB-B897-880F122E3BCC}">
      <dsp:nvSpPr>
        <dsp:cNvPr id="0" name=""/>
        <dsp:cNvSpPr/>
      </dsp:nvSpPr>
      <dsp:spPr>
        <a:xfrm>
          <a:off x="-4975580" y="-762367"/>
          <a:ext cx="5925707" cy="5925707"/>
        </a:xfrm>
        <a:prstGeom prst="blockArc">
          <a:avLst>
            <a:gd name="adj1" fmla="val 18900000"/>
            <a:gd name="adj2" fmla="val 2700000"/>
            <a:gd name="adj3" fmla="val 365"/>
          </a:avLst>
        </a:pr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57CF355-66F7-403B-8C74-AB872FABAB68}">
      <dsp:nvSpPr>
        <dsp:cNvPr id="0" name=""/>
        <dsp:cNvSpPr/>
      </dsp:nvSpPr>
      <dsp:spPr>
        <a:xfrm>
          <a:off x="497534" y="338346"/>
          <a:ext cx="9919806" cy="677045"/>
        </a:xfrm>
        <a:prstGeom prst="rect">
          <a:avLst/>
        </a:prstGeom>
        <a:solidFill>
          <a:schemeClr val="accent3">
            <a:lumMod val="75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7405" tIns="48260" rIns="48260" bIns="48260" numCol="1" spcCol="1270" anchor="ctr" anchorCtr="0">
          <a:noAutofit/>
        </a:bodyPr>
        <a:lstStyle/>
        <a:p>
          <a:pPr marL="0" lvl="0" indent="0" algn="l" defTabSz="844550">
            <a:lnSpc>
              <a:spcPct val="90000"/>
            </a:lnSpc>
            <a:spcBef>
              <a:spcPct val="0"/>
            </a:spcBef>
            <a:spcAft>
              <a:spcPct val="35000"/>
            </a:spcAft>
            <a:buNone/>
          </a:pPr>
          <a:r>
            <a:rPr lang="en-US" sz="1900" b="1" kern="1200" dirty="0"/>
            <a:t>Objective: </a:t>
          </a:r>
          <a:r>
            <a:rPr lang="en-US" sz="1900" kern="1200" dirty="0"/>
            <a:t>Leverage modeling and agentic AI to score and prioritize leads for AEs and RDs</a:t>
          </a:r>
        </a:p>
      </dsp:txBody>
      <dsp:txXfrm>
        <a:off x="497534" y="338346"/>
        <a:ext cx="9919806" cy="677045"/>
      </dsp:txXfrm>
    </dsp:sp>
    <dsp:sp modelId="{CFA2DDDB-337F-4295-897F-E55DB62CA7B4}">
      <dsp:nvSpPr>
        <dsp:cNvPr id="0" name=""/>
        <dsp:cNvSpPr/>
      </dsp:nvSpPr>
      <dsp:spPr>
        <a:xfrm>
          <a:off x="74381" y="253716"/>
          <a:ext cx="846307" cy="846307"/>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8144096-52F0-43E8-8236-9C3F5C577732}">
      <dsp:nvSpPr>
        <dsp:cNvPr id="0" name=""/>
        <dsp:cNvSpPr/>
      </dsp:nvSpPr>
      <dsp:spPr>
        <a:xfrm>
          <a:off x="885700" y="1354091"/>
          <a:ext cx="9531640" cy="677045"/>
        </a:xfrm>
        <a:prstGeom prst="rect">
          <a:avLst/>
        </a:prstGeom>
        <a:solidFill>
          <a:schemeClr val="accent3">
            <a:lumMod val="75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7405" tIns="48260" rIns="48260" bIns="48260" numCol="1" spcCol="1270" anchor="ctr" anchorCtr="0">
          <a:noAutofit/>
        </a:bodyPr>
        <a:lstStyle/>
        <a:p>
          <a:pPr marL="0" lvl="0" indent="0" algn="l" defTabSz="844550">
            <a:lnSpc>
              <a:spcPct val="90000"/>
            </a:lnSpc>
            <a:spcBef>
              <a:spcPct val="0"/>
            </a:spcBef>
            <a:spcAft>
              <a:spcPct val="35000"/>
            </a:spcAft>
            <a:buNone/>
          </a:pPr>
          <a:r>
            <a:rPr lang="en-US" sz="1900" b="1" kern="1200" dirty="0"/>
            <a:t>Process: </a:t>
          </a:r>
          <a:r>
            <a:rPr lang="en-US" sz="1900" kern="1200" dirty="0"/>
            <a:t>Collect time-series data on historical and open leads to produce comparable, structured textual representations that LLMs can compare and reason through</a:t>
          </a:r>
        </a:p>
      </dsp:txBody>
      <dsp:txXfrm>
        <a:off x="885700" y="1354091"/>
        <a:ext cx="9531640" cy="677045"/>
      </dsp:txXfrm>
    </dsp:sp>
    <dsp:sp modelId="{3C1C78C8-649C-4FB1-B212-2A390D5D99D1}">
      <dsp:nvSpPr>
        <dsp:cNvPr id="0" name=""/>
        <dsp:cNvSpPr/>
      </dsp:nvSpPr>
      <dsp:spPr>
        <a:xfrm>
          <a:off x="462546" y="1269460"/>
          <a:ext cx="846307" cy="846307"/>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F28E1BE-0695-40C8-B206-370AEF1AACFD}">
      <dsp:nvSpPr>
        <dsp:cNvPr id="0" name=""/>
        <dsp:cNvSpPr/>
      </dsp:nvSpPr>
      <dsp:spPr>
        <a:xfrm>
          <a:off x="885700" y="2369835"/>
          <a:ext cx="9531640" cy="677045"/>
        </a:xfrm>
        <a:prstGeom prst="rect">
          <a:avLst/>
        </a:prstGeom>
        <a:solidFill>
          <a:schemeClr val="accent3">
            <a:lumMod val="75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7405" tIns="48260" rIns="48260" bIns="48260" numCol="1" spcCol="1270" anchor="ctr" anchorCtr="0">
          <a:noAutofit/>
        </a:bodyPr>
        <a:lstStyle/>
        <a:p>
          <a:pPr marL="0" lvl="0" indent="0" algn="l" defTabSz="844550">
            <a:lnSpc>
              <a:spcPct val="90000"/>
            </a:lnSpc>
            <a:spcBef>
              <a:spcPct val="0"/>
            </a:spcBef>
            <a:spcAft>
              <a:spcPct val="35000"/>
            </a:spcAft>
            <a:buNone/>
          </a:pPr>
          <a:r>
            <a:rPr lang="en-US" sz="1900" b="1" kern="1200" dirty="0"/>
            <a:t>Implementation: </a:t>
          </a:r>
          <a:r>
            <a:rPr lang="en-US" sz="1900" kern="1200" dirty="0"/>
            <a:t>Careful monitoring techniques to ensure the model adds value to the sales process, without interfering with existing best practices and subject matter expertise</a:t>
          </a:r>
        </a:p>
      </dsp:txBody>
      <dsp:txXfrm>
        <a:off x="885700" y="2369835"/>
        <a:ext cx="9531640" cy="677045"/>
      </dsp:txXfrm>
    </dsp:sp>
    <dsp:sp modelId="{5F506C53-C69E-45F3-AB15-D2093FFEC7FE}">
      <dsp:nvSpPr>
        <dsp:cNvPr id="0" name=""/>
        <dsp:cNvSpPr/>
      </dsp:nvSpPr>
      <dsp:spPr>
        <a:xfrm>
          <a:off x="462546" y="2285205"/>
          <a:ext cx="846307" cy="846307"/>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3529336-9491-448A-BC81-2A5EA3B4E0DA}">
      <dsp:nvSpPr>
        <dsp:cNvPr id="0" name=""/>
        <dsp:cNvSpPr/>
      </dsp:nvSpPr>
      <dsp:spPr>
        <a:xfrm>
          <a:off x="497534" y="3385580"/>
          <a:ext cx="9919806" cy="677045"/>
        </a:xfrm>
        <a:prstGeom prst="rect">
          <a:avLst/>
        </a:prstGeom>
        <a:solidFill>
          <a:schemeClr val="accent3">
            <a:lumMod val="75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7405" tIns="48260" rIns="48260" bIns="48260" numCol="1" spcCol="1270" anchor="ctr" anchorCtr="0">
          <a:noAutofit/>
        </a:bodyPr>
        <a:lstStyle/>
        <a:p>
          <a:pPr marL="0" lvl="0" indent="0" algn="l" defTabSz="844550">
            <a:lnSpc>
              <a:spcPct val="90000"/>
            </a:lnSpc>
            <a:spcBef>
              <a:spcPct val="0"/>
            </a:spcBef>
            <a:spcAft>
              <a:spcPct val="35000"/>
            </a:spcAft>
            <a:buNone/>
          </a:pPr>
          <a:r>
            <a:rPr lang="en-US" sz="1900" b="1" kern="1200" dirty="0"/>
            <a:t>Next Steps: </a:t>
          </a:r>
          <a:r>
            <a:rPr lang="en-US" sz="1900" kern="1200" dirty="0"/>
            <a:t>Task-specific models to supplement explainable LLM inferences with trained, time-series neural networks</a:t>
          </a:r>
        </a:p>
      </dsp:txBody>
      <dsp:txXfrm>
        <a:off x="497534" y="3385580"/>
        <a:ext cx="9919806" cy="677045"/>
      </dsp:txXfrm>
    </dsp:sp>
    <dsp:sp modelId="{6F74C203-A368-4034-B163-A18AAF978DB7}">
      <dsp:nvSpPr>
        <dsp:cNvPr id="0" name=""/>
        <dsp:cNvSpPr/>
      </dsp:nvSpPr>
      <dsp:spPr>
        <a:xfrm>
          <a:off x="74381" y="3300949"/>
          <a:ext cx="846307" cy="846307"/>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E8AE58-3D3D-4E6E-925D-AB56C9462662}">
      <dsp:nvSpPr>
        <dsp:cNvPr id="0" name=""/>
        <dsp:cNvSpPr/>
      </dsp:nvSpPr>
      <dsp:spPr>
        <a:xfrm>
          <a:off x="3213" y="200425"/>
          <a:ext cx="3133011" cy="1015839"/>
        </a:xfrm>
        <a:prstGeom prst="rect">
          <a:avLst/>
        </a:prstGeom>
        <a:solidFill>
          <a:schemeClr val="accent3">
            <a:lumMod val="5000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13792" rIns="199136" bIns="113792" numCol="1" spcCol="1270" anchor="ctr" anchorCtr="0">
          <a:noAutofit/>
        </a:bodyPr>
        <a:lstStyle/>
        <a:p>
          <a:pPr marL="0" lvl="0" indent="0" algn="ctr" defTabSz="1244600">
            <a:lnSpc>
              <a:spcPct val="90000"/>
            </a:lnSpc>
            <a:spcBef>
              <a:spcPct val="0"/>
            </a:spcBef>
            <a:spcAft>
              <a:spcPct val="35000"/>
            </a:spcAft>
            <a:buNone/>
          </a:pPr>
          <a:r>
            <a:rPr lang="en-US" sz="2800" kern="1200" dirty="0"/>
            <a:t>Customer Profile</a:t>
          </a:r>
        </a:p>
      </dsp:txBody>
      <dsp:txXfrm>
        <a:off x="3213" y="200425"/>
        <a:ext cx="3133011" cy="1015839"/>
      </dsp:txXfrm>
    </dsp:sp>
    <dsp:sp modelId="{311C6519-BFDD-4121-8462-E11FE44896AC}">
      <dsp:nvSpPr>
        <dsp:cNvPr id="0" name=""/>
        <dsp:cNvSpPr/>
      </dsp:nvSpPr>
      <dsp:spPr>
        <a:xfrm>
          <a:off x="3213" y="1216265"/>
          <a:ext cx="3133011" cy="2606034"/>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kern="1200" dirty="0"/>
            <a:t>Firmographics: Industry, scale, core business, market position</a:t>
          </a:r>
        </a:p>
        <a:p>
          <a:pPr marL="171450" lvl="1" indent="-171450" algn="l" defTabSz="800100">
            <a:lnSpc>
              <a:spcPct val="90000"/>
            </a:lnSpc>
            <a:spcBef>
              <a:spcPct val="0"/>
            </a:spcBef>
            <a:spcAft>
              <a:spcPct val="15000"/>
            </a:spcAft>
            <a:buChar char="•"/>
          </a:pPr>
          <a:r>
            <a:rPr lang="en-US" sz="1800" kern="1200" dirty="0"/>
            <a:t>Digital maturity: Data operations, technology stack, cyber investment</a:t>
          </a:r>
        </a:p>
        <a:p>
          <a:pPr marL="171450" lvl="1" indent="-171450" algn="l" defTabSz="800100">
            <a:lnSpc>
              <a:spcPct val="90000"/>
            </a:lnSpc>
            <a:spcBef>
              <a:spcPct val="0"/>
            </a:spcBef>
            <a:spcAft>
              <a:spcPct val="15000"/>
            </a:spcAft>
            <a:buChar char="•"/>
          </a:pPr>
          <a:r>
            <a:rPr lang="en-US" sz="1800" kern="1200" dirty="0"/>
            <a:t>Risk posture, prior threats</a:t>
          </a:r>
        </a:p>
        <a:p>
          <a:pPr marL="171450" lvl="1" indent="-171450" algn="l" defTabSz="800100">
            <a:lnSpc>
              <a:spcPct val="90000"/>
            </a:lnSpc>
            <a:spcBef>
              <a:spcPct val="0"/>
            </a:spcBef>
            <a:spcAft>
              <a:spcPct val="15000"/>
            </a:spcAft>
            <a:buChar char="•"/>
          </a:pPr>
          <a:r>
            <a:rPr lang="en-US" sz="1800" kern="1200" dirty="0"/>
            <a:t>Relatively static attributes</a:t>
          </a:r>
        </a:p>
      </dsp:txBody>
      <dsp:txXfrm>
        <a:off x="3213" y="1216265"/>
        <a:ext cx="3133011" cy="2606034"/>
      </dsp:txXfrm>
    </dsp:sp>
    <dsp:sp modelId="{1CC9A1DA-478E-454B-B2EC-6D69D1F89027}">
      <dsp:nvSpPr>
        <dsp:cNvPr id="0" name=""/>
        <dsp:cNvSpPr/>
      </dsp:nvSpPr>
      <dsp:spPr>
        <a:xfrm>
          <a:off x="3574846" y="200425"/>
          <a:ext cx="3133011" cy="1015839"/>
        </a:xfrm>
        <a:prstGeom prst="rect">
          <a:avLst/>
        </a:prstGeom>
        <a:solidFill>
          <a:schemeClr val="accent3">
            <a:lumMod val="5000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13792" rIns="199136" bIns="113792" numCol="1" spcCol="1270" anchor="ctr" anchorCtr="0">
          <a:noAutofit/>
        </a:bodyPr>
        <a:lstStyle/>
        <a:p>
          <a:pPr marL="0" lvl="0" indent="0" algn="ctr" defTabSz="1244600">
            <a:lnSpc>
              <a:spcPct val="90000"/>
            </a:lnSpc>
            <a:spcBef>
              <a:spcPct val="0"/>
            </a:spcBef>
            <a:spcAft>
              <a:spcPct val="35000"/>
            </a:spcAft>
            <a:buNone/>
          </a:pPr>
          <a:r>
            <a:rPr lang="en-US" sz="2800" kern="1200" dirty="0"/>
            <a:t>Engagement &amp; Shopping Behavior</a:t>
          </a:r>
        </a:p>
      </dsp:txBody>
      <dsp:txXfrm>
        <a:off x="3574846" y="200425"/>
        <a:ext cx="3133011" cy="1015839"/>
      </dsp:txXfrm>
    </dsp:sp>
    <dsp:sp modelId="{89AE8671-FBE6-4043-B008-379EC6FE5245}">
      <dsp:nvSpPr>
        <dsp:cNvPr id="0" name=""/>
        <dsp:cNvSpPr/>
      </dsp:nvSpPr>
      <dsp:spPr>
        <a:xfrm>
          <a:off x="3574846" y="1216265"/>
          <a:ext cx="3133011" cy="2606034"/>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kern="1200" dirty="0"/>
            <a:t>Indirect and direct engagement: Events, demos, website visits, downloads, other interactions</a:t>
          </a:r>
        </a:p>
        <a:p>
          <a:pPr marL="171450" lvl="1" indent="-171450" algn="l" defTabSz="800100">
            <a:lnSpc>
              <a:spcPct val="90000"/>
            </a:lnSpc>
            <a:spcBef>
              <a:spcPct val="0"/>
            </a:spcBef>
            <a:spcAft>
              <a:spcPct val="15000"/>
            </a:spcAft>
            <a:buChar char="•"/>
          </a:pPr>
          <a:r>
            <a:rPr lang="en-US" sz="1800" kern="1200" dirty="0"/>
            <a:t>Competition: Competitive solutions engagement, renewal dates, RFP context</a:t>
          </a:r>
        </a:p>
        <a:p>
          <a:pPr marL="171450" lvl="1" indent="-171450" algn="l" defTabSz="800100">
            <a:lnSpc>
              <a:spcPct val="90000"/>
            </a:lnSpc>
            <a:spcBef>
              <a:spcPct val="0"/>
            </a:spcBef>
            <a:spcAft>
              <a:spcPct val="15000"/>
            </a:spcAft>
            <a:buChar char="•"/>
          </a:pPr>
          <a:r>
            <a:rPr lang="en-US" sz="1800" kern="1200" dirty="0"/>
            <a:t>Contact decision-making authority</a:t>
          </a:r>
        </a:p>
      </dsp:txBody>
      <dsp:txXfrm>
        <a:off x="3574846" y="1216265"/>
        <a:ext cx="3133011" cy="2606034"/>
      </dsp:txXfrm>
    </dsp:sp>
    <dsp:sp modelId="{4DD06A2F-D2F1-4D76-8206-F98B0B03C6D3}">
      <dsp:nvSpPr>
        <dsp:cNvPr id="0" name=""/>
        <dsp:cNvSpPr/>
      </dsp:nvSpPr>
      <dsp:spPr>
        <a:xfrm>
          <a:off x="7146479" y="200425"/>
          <a:ext cx="3133011" cy="1015839"/>
        </a:xfrm>
        <a:prstGeom prst="rect">
          <a:avLst/>
        </a:prstGeom>
        <a:solidFill>
          <a:schemeClr val="accent3">
            <a:lumMod val="5000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13792" rIns="199136" bIns="113792" numCol="1" spcCol="1270" anchor="ctr" anchorCtr="0">
          <a:noAutofit/>
        </a:bodyPr>
        <a:lstStyle/>
        <a:p>
          <a:pPr marL="0" lvl="0" indent="0" algn="ctr" defTabSz="1244600">
            <a:lnSpc>
              <a:spcPct val="90000"/>
            </a:lnSpc>
            <a:spcBef>
              <a:spcPct val="0"/>
            </a:spcBef>
            <a:spcAft>
              <a:spcPct val="35000"/>
            </a:spcAft>
            <a:buNone/>
          </a:pPr>
          <a:r>
            <a:rPr lang="en-US" sz="2800" kern="1200" dirty="0"/>
            <a:t>Pipeline Progress</a:t>
          </a:r>
        </a:p>
      </dsp:txBody>
      <dsp:txXfrm>
        <a:off x="7146479" y="200425"/>
        <a:ext cx="3133011" cy="1015839"/>
      </dsp:txXfrm>
    </dsp:sp>
    <dsp:sp modelId="{5412FC23-9F40-4108-B81C-3658E40FD06D}">
      <dsp:nvSpPr>
        <dsp:cNvPr id="0" name=""/>
        <dsp:cNvSpPr/>
      </dsp:nvSpPr>
      <dsp:spPr>
        <a:xfrm>
          <a:off x="7146479" y="1216265"/>
          <a:ext cx="3133011" cy="2606034"/>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kern="1200" dirty="0"/>
            <a:t>Lead pipeline advancement</a:t>
          </a:r>
        </a:p>
        <a:p>
          <a:pPr marL="171450" lvl="1" indent="-171450" algn="l" defTabSz="800100">
            <a:lnSpc>
              <a:spcPct val="90000"/>
            </a:lnSpc>
            <a:spcBef>
              <a:spcPct val="0"/>
            </a:spcBef>
            <a:spcAft>
              <a:spcPct val="15000"/>
            </a:spcAft>
            <a:buChar char="•"/>
          </a:pPr>
          <a:r>
            <a:rPr lang="en-US" sz="1800" kern="1200" dirty="0"/>
            <a:t>Pipeline stagnation</a:t>
          </a:r>
        </a:p>
      </dsp:txBody>
      <dsp:txXfrm>
        <a:off x="7146479" y="1216265"/>
        <a:ext cx="3133011" cy="260603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3D6033-5C98-442C-A432-15BE1B38D779}">
      <dsp:nvSpPr>
        <dsp:cNvPr id="0" name=""/>
        <dsp:cNvSpPr/>
      </dsp:nvSpPr>
      <dsp:spPr>
        <a:xfrm rot="10800000">
          <a:off x="0" y="0"/>
          <a:ext cx="2508310" cy="366600"/>
        </a:xfrm>
        <a:prstGeom prst="trapezoid">
          <a:avLst>
            <a:gd name="adj" fmla="val 68421"/>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b="1" kern="1200" dirty="0"/>
            <a:t>Prospecting</a:t>
          </a:r>
        </a:p>
      </dsp:txBody>
      <dsp:txXfrm rot="-10800000">
        <a:off x="438954" y="0"/>
        <a:ext cx="1630401" cy="366600"/>
      </dsp:txXfrm>
    </dsp:sp>
    <dsp:sp modelId="{1B6CF3ED-81FF-4998-A144-6CA7EE05A82D}">
      <dsp:nvSpPr>
        <dsp:cNvPr id="0" name=""/>
        <dsp:cNvSpPr/>
      </dsp:nvSpPr>
      <dsp:spPr>
        <a:xfrm rot="10800000">
          <a:off x="250831" y="366600"/>
          <a:ext cx="2006648" cy="366600"/>
        </a:xfrm>
        <a:prstGeom prst="trapezoid">
          <a:avLst>
            <a:gd name="adj" fmla="val 68421"/>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b="1" kern="1200" dirty="0"/>
            <a:t>Qualified</a:t>
          </a:r>
        </a:p>
      </dsp:txBody>
      <dsp:txXfrm rot="-10800000">
        <a:off x="601994" y="366600"/>
        <a:ext cx="1304321" cy="366600"/>
      </dsp:txXfrm>
    </dsp:sp>
    <dsp:sp modelId="{4BACB110-3F33-408A-A5D8-EF96876F3AD0}">
      <dsp:nvSpPr>
        <dsp:cNvPr id="0" name=""/>
        <dsp:cNvSpPr/>
      </dsp:nvSpPr>
      <dsp:spPr>
        <a:xfrm rot="10800000">
          <a:off x="501661" y="733200"/>
          <a:ext cx="1504986" cy="366600"/>
        </a:xfrm>
        <a:prstGeom prst="trapezoid">
          <a:avLst>
            <a:gd name="adj" fmla="val 68421"/>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b="1" kern="1200" dirty="0"/>
            <a:t>Proposal</a:t>
          </a:r>
        </a:p>
      </dsp:txBody>
      <dsp:txXfrm rot="-10800000">
        <a:off x="765034" y="733200"/>
        <a:ext cx="978240" cy="366600"/>
      </dsp:txXfrm>
    </dsp:sp>
    <dsp:sp modelId="{DB6804FC-B2E0-430E-9284-5D12E0C93009}">
      <dsp:nvSpPr>
        <dsp:cNvPr id="0" name=""/>
        <dsp:cNvSpPr/>
      </dsp:nvSpPr>
      <dsp:spPr>
        <a:xfrm rot="10800000">
          <a:off x="752493" y="1099801"/>
          <a:ext cx="1003324" cy="366600"/>
        </a:xfrm>
        <a:prstGeom prst="trapezoid">
          <a:avLst>
            <a:gd name="adj" fmla="val 68421"/>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b="1" kern="1200" dirty="0"/>
            <a:t>Negotiation</a:t>
          </a:r>
        </a:p>
      </dsp:txBody>
      <dsp:txXfrm rot="-10800000">
        <a:off x="928074" y="1099801"/>
        <a:ext cx="652160" cy="366600"/>
      </dsp:txXfrm>
    </dsp:sp>
    <dsp:sp modelId="{12D0E099-F53C-49E2-9F2E-0D7D810A7B1A}">
      <dsp:nvSpPr>
        <dsp:cNvPr id="0" name=""/>
        <dsp:cNvSpPr/>
      </dsp:nvSpPr>
      <dsp:spPr>
        <a:xfrm rot="10800000">
          <a:off x="1003324" y="1466401"/>
          <a:ext cx="501662" cy="366600"/>
        </a:xfrm>
        <a:prstGeom prst="trapezoid">
          <a:avLst>
            <a:gd name="adj" fmla="val 68421"/>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b="1" kern="1200" dirty="0"/>
            <a:t>Conversion</a:t>
          </a:r>
        </a:p>
      </dsp:txBody>
      <dsp:txXfrm rot="-10800000">
        <a:off x="1003324" y="1466401"/>
        <a:ext cx="501662" cy="3666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10644C-5FE4-457B-91D5-2CF3323BBDD2}">
      <dsp:nvSpPr>
        <dsp:cNvPr id="0" name=""/>
        <dsp:cNvSpPr/>
      </dsp:nvSpPr>
      <dsp:spPr>
        <a:xfrm>
          <a:off x="0" y="35439"/>
          <a:ext cx="4858751" cy="67626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dirty="0"/>
            <a:t>1. Ignores historical context and internal sales expertise</a:t>
          </a:r>
        </a:p>
      </dsp:txBody>
      <dsp:txXfrm>
        <a:off x="33012" y="68451"/>
        <a:ext cx="4792727" cy="610236"/>
      </dsp:txXfrm>
    </dsp:sp>
    <dsp:sp modelId="{9F67AA3F-E7C9-4197-8641-BA229163864C}">
      <dsp:nvSpPr>
        <dsp:cNvPr id="0" name=""/>
        <dsp:cNvSpPr/>
      </dsp:nvSpPr>
      <dsp:spPr>
        <a:xfrm>
          <a:off x="0" y="711699"/>
          <a:ext cx="4858751" cy="8093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4265"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en-US" sz="1300" kern="1200" dirty="0"/>
            <a:t>Historical lead patterns are not being utilized as effective predictors</a:t>
          </a:r>
        </a:p>
        <a:p>
          <a:pPr marL="114300" lvl="1" indent="-114300" algn="l" defTabSz="577850">
            <a:lnSpc>
              <a:spcPct val="90000"/>
            </a:lnSpc>
            <a:spcBef>
              <a:spcPct val="0"/>
            </a:spcBef>
            <a:spcAft>
              <a:spcPct val="20000"/>
            </a:spcAft>
            <a:buChar char="•"/>
          </a:pPr>
          <a:r>
            <a:rPr lang="en-US" sz="1300" kern="1200"/>
            <a:t>Information about our customer profiles, business model, and strategies are not strongly considered</a:t>
          </a:r>
          <a:endParaRPr lang="en-US" sz="1300" kern="1200" dirty="0"/>
        </a:p>
      </dsp:txBody>
      <dsp:txXfrm>
        <a:off x="0" y="711699"/>
        <a:ext cx="4858751" cy="809370"/>
      </dsp:txXfrm>
    </dsp:sp>
    <dsp:sp modelId="{BB3928E6-E8FC-424F-9BD7-4F8EBA0CB64C}">
      <dsp:nvSpPr>
        <dsp:cNvPr id="0" name=""/>
        <dsp:cNvSpPr/>
      </dsp:nvSpPr>
      <dsp:spPr>
        <a:xfrm>
          <a:off x="0" y="1521069"/>
          <a:ext cx="4858751" cy="67626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dirty="0"/>
            <a:t>2. Lacks temporal detail and nuance</a:t>
          </a:r>
        </a:p>
      </dsp:txBody>
      <dsp:txXfrm>
        <a:off x="33012" y="1554081"/>
        <a:ext cx="4792727" cy="610236"/>
      </dsp:txXfrm>
    </dsp:sp>
    <dsp:sp modelId="{7E9CE408-FE35-4611-84E5-3E4A9EEC03D7}">
      <dsp:nvSpPr>
        <dsp:cNvPr id="0" name=""/>
        <dsp:cNvSpPr/>
      </dsp:nvSpPr>
      <dsp:spPr>
        <a:xfrm>
          <a:off x="0" y="2197329"/>
          <a:ext cx="4858751" cy="281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4265"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en-US" sz="1300" kern="1200" dirty="0"/>
            <a:t>Trends may be major predictors in lead movement</a:t>
          </a:r>
        </a:p>
      </dsp:txBody>
      <dsp:txXfrm>
        <a:off x="0" y="2197329"/>
        <a:ext cx="4858751" cy="28152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6BFB1D-A5EF-4C6B-8B97-D9C9ACCBA791}">
      <dsp:nvSpPr>
        <dsp:cNvPr id="0" name=""/>
        <dsp:cNvSpPr/>
      </dsp:nvSpPr>
      <dsp:spPr>
        <a:xfrm rot="5400000">
          <a:off x="-171751" y="172074"/>
          <a:ext cx="1145011" cy="801507"/>
        </a:xfrm>
        <a:prstGeom prst="chevron">
          <a:avLst/>
        </a:prstGeom>
        <a:solidFill>
          <a:schemeClr val="accent4">
            <a:lumMod val="75000"/>
          </a:schemeClr>
        </a:solidFill>
        <a:ln w="15875" cap="flat" cmpd="sng" algn="ctr">
          <a:solidFill>
            <a:srgbClr val="0070C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t>Background Implementation</a:t>
          </a:r>
        </a:p>
      </dsp:txBody>
      <dsp:txXfrm rot="-5400000">
        <a:off x="2" y="401076"/>
        <a:ext cx="801507" cy="343504"/>
      </dsp:txXfrm>
    </dsp:sp>
    <dsp:sp modelId="{0DE0F26C-3972-4CDD-8EFA-6A93975626BA}">
      <dsp:nvSpPr>
        <dsp:cNvPr id="0" name=""/>
        <dsp:cNvSpPr/>
      </dsp:nvSpPr>
      <dsp:spPr>
        <a:xfrm rot="5400000">
          <a:off x="2767611" y="-1965780"/>
          <a:ext cx="744257" cy="4676464"/>
        </a:xfrm>
        <a:prstGeom prst="round2Same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1120" tIns="6350" rIns="6350" bIns="6350" numCol="1" spcCol="1270" anchor="ctr" anchorCtr="0">
          <a:noAutofit/>
        </a:bodyPr>
        <a:lstStyle/>
        <a:p>
          <a:pPr marL="57150" lvl="1" indent="-57150" algn="l" defTabSz="444500">
            <a:lnSpc>
              <a:spcPct val="90000"/>
            </a:lnSpc>
            <a:spcBef>
              <a:spcPct val="0"/>
            </a:spcBef>
            <a:spcAft>
              <a:spcPct val="15000"/>
            </a:spcAft>
            <a:buChar char="•"/>
          </a:pPr>
          <a:r>
            <a:rPr lang="en-US" sz="1000" kern="1200" dirty="0"/>
            <a:t>Implement silently, without direct influence on user behavior</a:t>
          </a:r>
        </a:p>
        <a:p>
          <a:pPr marL="57150" lvl="1" indent="-57150" algn="l" defTabSz="444500">
            <a:lnSpc>
              <a:spcPct val="90000"/>
            </a:lnSpc>
            <a:spcBef>
              <a:spcPct val="0"/>
            </a:spcBef>
            <a:spcAft>
              <a:spcPct val="15000"/>
            </a:spcAft>
            <a:buChar char="•"/>
          </a:pPr>
          <a:r>
            <a:rPr lang="en-US" sz="1000" kern="1200" dirty="0"/>
            <a:t>Track prioritization score and lead predictions against existing metrics and outcomes</a:t>
          </a:r>
        </a:p>
        <a:p>
          <a:pPr marL="57150" lvl="1" indent="-57150" algn="l" defTabSz="444500">
            <a:lnSpc>
              <a:spcPct val="90000"/>
            </a:lnSpc>
            <a:spcBef>
              <a:spcPct val="0"/>
            </a:spcBef>
            <a:spcAft>
              <a:spcPct val="15000"/>
            </a:spcAft>
            <a:buChar char="•"/>
          </a:pPr>
          <a:r>
            <a:rPr lang="en-US" sz="1000" kern="1200" dirty="0"/>
            <a:t>Delayed benefit</a:t>
          </a:r>
        </a:p>
      </dsp:txBody>
      <dsp:txXfrm rot="-5400000">
        <a:off x="801508" y="36655"/>
        <a:ext cx="4640132" cy="671593"/>
      </dsp:txXfrm>
    </dsp:sp>
    <dsp:sp modelId="{FC7ABE88-B9BC-4728-95D0-04447F59E726}">
      <dsp:nvSpPr>
        <dsp:cNvPr id="0" name=""/>
        <dsp:cNvSpPr/>
      </dsp:nvSpPr>
      <dsp:spPr>
        <a:xfrm rot="5400000">
          <a:off x="-171751" y="1168779"/>
          <a:ext cx="1145011" cy="801507"/>
        </a:xfrm>
        <a:prstGeom prst="chevron">
          <a:avLst/>
        </a:prstGeom>
        <a:solidFill>
          <a:schemeClr val="accent4">
            <a:lumMod val="75000"/>
          </a:schemeClr>
        </a:solidFill>
        <a:ln w="15875" cap="flat" cmpd="sng" algn="ctr">
          <a:solidFill>
            <a:srgbClr val="0070C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t>A/B Testing</a:t>
          </a:r>
        </a:p>
      </dsp:txBody>
      <dsp:txXfrm rot="-5400000">
        <a:off x="2" y="1397781"/>
        <a:ext cx="801507" cy="343504"/>
      </dsp:txXfrm>
    </dsp:sp>
    <dsp:sp modelId="{9B269CEF-3645-41DD-BA0A-8CCEAC134434}">
      <dsp:nvSpPr>
        <dsp:cNvPr id="0" name=""/>
        <dsp:cNvSpPr/>
      </dsp:nvSpPr>
      <dsp:spPr>
        <a:xfrm rot="5400000">
          <a:off x="2767611" y="-969075"/>
          <a:ext cx="744257" cy="4676464"/>
        </a:xfrm>
        <a:prstGeom prst="round2Same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1120" tIns="6350" rIns="6350" bIns="6350" numCol="1" spcCol="1270" anchor="ctr" anchorCtr="0">
          <a:noAutofit/>
        </a:bodyPr>
        <a:lstStyle/>
        <a:p>
          <a:pPr marL="57150" lvl="1" indent="-57150" algn="l" defTabSz="444500">
            <a:lnSpc>
              <a:spcPct val="90000"/>
            </a:lnSpc>
            <a:spcBef>
              <a:spcPct val="0"/>
            </a:spcBef>
            <a:spcAft>
              <a:spcPct val="15000"/>
            </a:spcAft>
            <a:buChar char="•"/>
          </a:pPr>
          <a:r>
            <a:rPr lang="en-US" sz="1000" kern="1200" dirty="0"/>
            <a:t>Randomize implementation across AEs with similar portfolios to compare performance</a:t>
          </a:r>
        </a:p>
        <a:p>
          <a:pPr marL="57150" lvl="1" indent="-57150" algn="l" defTabSz="444500">
            <a:lnSpc>
              <a:spcPct val="90000"/>
            </a:lnSpc>
            <a:spcBef>
              <a:spcPct val="0"/>
            </a:spcBef>
            <a:spcAft>
              <a:spcPct val="15000"/>
            </a:spcAft>
            <a:buChar char="•"/>
          </a:pPr>
          <a:r>
            <a:rPr lang="en-US" sz="1000" kern="1200" dirty="0"/>
            <a:t>Performance and incentive concerns</a:t>
          </a:r>
        </a:p>
        <a:p>
          <a:pPr marL="57150" lvl="1" indent="-57150" algn="l" defTabSz="444500">
            <a:lnSpc>
              <a:spcPct val="90000"/>
            </a:lnSpc>
            <a:spcBef>
              <a:spcPct val="0"/>
            </a:spcBef>
            <a:spcAft>
              <a:spcPct val="15000"/>
            </a:spcAft>
            <a:buChar char="•"/>
          </a:pPr>
          <a:r>
            <a:rPr lang="en-US" sz="1000" kern="1200" dirty="0"/>
            <a:t>May require significant amount of time and volume to reach statistical power</a:t>
          </a:r>
        </a:p>
      </dsp:txBody>
      <dsp:txXfrm rot="-5400000">
        <a:off x="801508" y="1033360"/>
        <a:ext cx="4640132" cy="671593"/>
      </dsp:txXfrm>
    </dsp:sp>
    <dsp:sp modelId="{280866F7-A546-4805-9623-15BE907A59CE}">
      <dsp:nvSpPr>
        <dsp:cNvPr id="0" name=""/>
        <dsp:cNvSpPr/>
      </dsp:nvSpPr>
      <dsp:spPr>
        <a:xfrm rot="5400000">
          <a:off x="-171751" y="2165485"/>
          <a:ext cx="1145011" cy="801507"/>
        </a:xfrm>
        <a:prstGeom prst="chevron">
          <a:avLst/>
        </a:prstGeom>
        <a:solidFill>
          <a:schemeClr val="accent4">
            <a:lumMod val="75000"/>
          </a:schemeClr>
        </a:solidFill>
        <a:ln w="15875" cap="flat" cmpd="sng" algn="ctr">
          <a:solidFill>
            <a:srgbClr val="0070C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t>Blind Recommendations</a:t>
          </a:r>
        </a:p>
      </dsp:txBody>
      <dsp:txXfrm rot="-5400000">
        <a:off x="2" y="2394487"/>
        <a:ext cx="801507" cy="343504"/>
      </dsp:txXfrm>
    </dsp:sp>
    <dsp:sp modelId="{F60E4FA1-F2CD-4218-98CC-CCB640EAECA2}">
      <dsp:nvSpPr>
        <dsp:cNvPr id="0" name=""/>
        <dsp:cNvSpPr/>
      </dsp:nvSpPr>
      <dsp:spPr>
        <a:xfrm rot="5400000">
          <a:off x="2767611" y="27630"/>
          <a:ext cx="744257" cy="4676464"/>
        </a:xfrm>
        <a:prstGeom prst="round2Same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1120" tIns="6350" rIns="6350" bIns="6350" numCol="1" spcCol="1270" anchor="ctr" anchorCtr="0">
          <a:noAutofit/>
        </a:bodyPr>
        <a:lstStyle/>
        <a:p>
          <a:pPr marL="57150" lvl="1" indent="-57150" algn="l" defTabSz="444500">
            <a:lnSpc>
              <a:spcPct val="90000"/>
            </a:lnSpc>
            <a:spcBef>
              <a:spcPct val="0"/>
            </a:spcBef>
            <a:spcAft>
              <a:spcPct val="15000"/>
            </a:spcAft>
            <a:buChar char="•"/>
          </a:pPr>
          <a:r>
            <a:rPr lang="en-US" sz="1000" kern="1200" dirty="0"/>
            <a:t>If AEs are unaware of the model, provide nudges toward model-recommended accounts to track AE response</a:t>
          </a:r>
        </a:p>
        <a:p>
          <a:pPr marL="57150" lvl="1" indent="-57150" algn="l" defTabSz="444500">
            <a:lnSpc>
              <a:spcPct val="90000"/>
            </a:lnSpc>
            <a:spcBef>
              <a:spcPct val="0"/>
            </a:spcBef>
            <a:spcAft>
              <a:spcPct val="15000"/>
            </a:spcAft>
            <a:buChar char="•"/>
          </a:pPr>
          <a:r>
            <a:rPr lang="en-US" sz="1000" kern="1200" dirty="0"/>
            <a:t>May not be strong enough signal to influence change nor represent real-world usage</a:t>
          </a:r>
        </a:p>
      </dsp:txBody>
      <dsp:txXfrm rot="-5400000">
        <a:off x="801508" y="2030065"/>
        <a:ext cx="4640132" cy="671593"/>
      </dsp:txXfrm>
    </dsp:sp>
    <dsp:sp modelId="{1FC3CDC1-2AF2-4513-A48F-169807F02C4E}">
      <dsp:nvSpPr>
        <dsp:cNvPr id="0" name=""/>
        <dsp:cNvSpPr/>
      </dsp:nvSpPr>
      <dsp:spPr>
        <a:xfrm rot="5400000">
          <a:off x="-171751" y="3162190"/>
          <a:ext cx="1145011" cy="801507"/>
        </a:xfrm>
        <a:prstGeom prst="chevron">
          <a:avLst/>
        </a:prstGeom>
        <a:solidFill>
          <a:schemeClr val="accent4">
            <a:lumMod val="75000"/>
          </a:schemeClr>
        </a:solidFill>
        <a:ln w="15875" cap="flat" cmpd="sng" algn="ctr">
          <a:solidFill>
            <a:srgbClr val="0070C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t>Full Transparency</a:t>
          </a:r>
        </a:p>
      </dsp:txBody>
      <dsp:txXfrm rot="-5400000">
        <a:off x="2" y="3391192"/>
        <a:ext cx="801507" cy="343504"/>
      </dsp:txXfrm>
    </dsp:sp>
    <dsp:sp modelId="{1DA755A1-A158-467B-BF51-A0179EBD2491}">
      <dsp:nvSpPr>
        <dsp:cNvPr id="0" name=""/>
        <dsp:cNvSpPr/>
      </dsp:nvSpPr>
      <dsp:spPr>
        <a:xfrm rot="5400000">
          <a:off x="2767611" y="1024335"/>
          <a:ext cx="744257" cy="4676464"/>
        </a:xfrm>
        <a:prstGeom prst="round2Same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1120" tIns="6350" rIns="6350" bIns="6350" numCol="1" spcCol="1270" anchor="ctr" anchorCtr="0">
          <a:noAutofit/>
        </a:bodyPr>
        <a:lstStyle/>
        <a:p>
          <a:pPr marL="57150" lvl="1" indent="-57150" algn="l" defTabSz="444500">
            <a:lnSpc>
              <a:spcPct val="90000"/>
            </a:lnSpc>
            <a:spcBef>
              <a:spcPct val="0"/>
            </a:spcBef>
            <a:spcAft>
              <a:spcPct val="15000"/>
            </a:spcAft>
            <a:buChar char="•"/>
          </a:pPr>
          <a:r>
            <a:rPr lang="en-US" sz="1000" kern="1200" dirty="0"/>
            <a:t>Communication and transparency on model influence and performance. Reflect on differences, blind spots, strengths/weaknesses of current system and new model</a:t>
          </a:r>
        </a:p>
      </dsp:txBody>
      <dsp:txXfrm rot="-5400000">
        <a:off x="801508" y="3026770"/>
        <a:ext cx="4640132" cy="67159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928814-57FC-448D-97C6-CC590976771A}">
      <dsp:nvSpPr>
        <dsp:cNvPr id="0" name=""/>
        <dsp:cNvSpPr/>
      </dsp:nvSpPr>
      <dsp:spPr>
        <a:xfrm rot="5400000">
          <a:off x="5949841" y="-2732494"/>
          <a:ext cx="774688" cy="6437376"/>
        </a:xfrm>
        <a:prstGeom prst="round2Same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19050" rIns="38100" bIns="19050" numCol="1" spcCol="1270" anchor="ctr" anchorCtr="0">
          <a:noAutofit/>
        </a:bodyPr>
        <a:lstStyle/>
        <a:p>
          <a:pPr marL="57150" lvl="1" indent="-57150" algn="l" defTabSz="444500">
            <a:lnSpc>
              <a:spcPct val="90000"/>
            </a:lnSpc>
            <a:spcBef>
              <a:spcPct val="0"/>
            </a:spcBef>
            <a:spcAft>
              <a:spcPct val="15000"/>
            </a:spcAft>
            <a:buChar char="•"/>
          </a:pPr>
          <a:r>
            <a:rPr lang="en-US" sz="1000" kern="1200" dirty="0"/>
            <a:t>Collect feedback and quality, ground-truth summaries from sales professionals on summarization quality, improving summarization relevance, accuracy, and inference power</a:t>
          </a:r>
        </a:p>
        <a:p>
          <a:pPr marL="57150" lvl="1" indent="-57150" algn="l" defTabSz="444500">
            <a:lnSpc>
              <a:spcPct val="90000"/>
            </a:lnSpc>
            <a:spcBef>
              <a:spcPct val="0"/>
            </a:spcBef>
            <a:spcAft>
              <a:spcPct val="15000"/>
            </a:spcAft>
            <a:buChar char="•"/>
          </a:pPr>
          <a:r>
            <a:rPr lang="en-US" sz="1000" kern="1200" dirty="0"/>
            <a:t> Agent automatically updates data and text fields based on discussion and correction from AEs and other users</a:t>
          </a:r>
        </a:p>
      </dsp:txBody>
      <dsp:txXfrm rot="-5400000">
        <a:off x="3118498" y="136666"/>
        <a:ext cx="6399559" cy="699054"/>
      </dsp:txXfrm>
    </dsp:sp>
    <dsp:sp modelId="{DF322F11-EC09-4CB6-86D6-63D29F65CBA6}">
      <dsp:nvSpPr>
        <dsp:cNvPr id="0" name=""/>
        <dsp:cNvSpPr/>
      </dsp:nvSpPr>
      <dsp:spPr>
        <a:xfrm>
          <a:off x="502525" y="2013"/>
          <a:ext cx="2615972" cy="968361"/>
        </a:xfrm>
        <a:prstGeom prst="roundRect">
          <a:avLst/>
        </a:prstGeom>
        <a:solidFill>
          <a:schemeClr val="accent3">
            <a:lumMod val="75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US" sz="2000" kern="1200" dirty="0"/>
            <a:t>Data Quality</a:t>
          </a:r>
        </a:p>
      </dsp:txBody>
      <dsp:txXfrm>
        <a:off x="549796" y="49284"/>
        <a:ext cx="2521430" cy="873819"/>
      </dsp:txXfrm>
    </dsp:sp>
    <dsp:sp modelId="{4BED322C-B070-4C9C-8D65-9C03322846AC}">
      <dsp:nvSpPr>
        <dsp:cNvPr id="0" name=""/>
        <dsp:cNvSpPr/>
      </dsp:nvSpPr>
      <dsp:spPr>
        <a:xfrm rot="5400000">
          <a:off x="5949841" y="-1715715"/>
          <a:ext cx="774688" cy="6437376"/>
        </a:xfrm>
        <a:prstGeom prst="round2Same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19050" rIns="38100" bIns="19050" numCol="1" spcCol="1270" anchor="ctr" anchorCtr="0">
          <a:noAutofit/>
        </a:bodyPr>
        <a:lstStyle/>
        <a:p>
          <a:pPr marL="57150" lvl="1" indent="-57150" algn="l" defTabSz="444500">
            <a:lnSpc>
              <a:spcPct val="90000"/>
            </a:lnSpc>
            <a:spcBef>
              <a:spcPct val="0"/>
            </a:spcBef>
            <a:spcAft>
              <a:spcPct val="15000"/>
            </a:spcAft>
            <a:buChar char="•"/>
          </a:pPr>
          <a:r>
            <a:rPr lang="en-US" sz="1000" kern="1200" dirty="0"/>
            <a:t>Current matches lead snapshots are sent with their conversion status. However, providing LLMs with entire histories of where they ended up may provide better context for how a lead may develop</a:t>
          </a:r>
        </a:p>
      </dsp:txBody>
      <dsp:txXfrm rot="-5400000">
        <a:off x="3118498" y="1153445"/>
        <a:ext cx="6399559" cy="699054"/>
      </dsp:txXfrm>
    </dsp:sp>
    <dsp:sp modelId="{FAC87DAE-CF03-449D-93D5-F815AF960BEE}">
      <dsp:nvSpPr>
        <dsp:cNvPr id="0" name=""/>
        <dsp:cNvSpPr/>
      </dsp:nvSpPr>
      <dsp:spPr>
        <a:xfrm>
          <a:off x="502525" y="1018792"/>
          <a:ext cx="2615972" cy="968361"/>
        </a:xfrm>
        <a:prstGeom prst="roundRect">
          <a:avLst/>
        </a:prstGeom>
        <a:solidFill>
          <a:schemeClr val="accent3">
            <a:lumMod val="75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US" sz="2000" kern="1200" dirty="0"/>
            <a:t>Deeper Context for In-Context Learning</a:t>
          </a:r>
        </a:p>
      </dsp:txBody>
      <dsp:txXfrm>
        <a:off x="549796" y="1066063"/>
        <a:ext cx="2521430" cy="873819"/>
      </dsp:txXfrm>
    </dsp:sp>
    <dsp:sp modelId="{47338D80-E531-43C3-B295-D7ACB823EAA4}">
      <dsp:nvSpPr>
        <dsp:cNvPr id="0" name=""/>
        <dsp:cNvSpPr/>
      </dsp:nvSpPr>
      <dsp:spPr>
        <a:xfrm rot="5400000">
          <a:off x="5933076" y="-698935"/>
          <a:ext cx="774688" cy="6437376"/>
        </a:xfrm>
        <a:prstGeom prst="round2Same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19050" rIns="38100" bIns="19050" numCol="1" spcCol="1270" anchor="ctr" anchorCtr="0">
          <a:noAutofit/>
        </a:bodyPr>
        <a:lstStyle/>
        <a:p>
          <a:pPr marL="57150" lvl="1" indent="-57150" algn="l" defTabSz="444500">
            <a:lnSpc>
              <a:spcPct val="90000"/>
            </a:lnSpc>
            <a:spcBef>
              <a:spcPct val="0"/>
            </a:spcBef>
            <a:spcAft>
              <a:spcPct val="15000"/>
            </a:spcAft>
            <a:buChar char="•"/>
          </a:pPr>
          <a:r>
            <a:rPr lang="en-US" sz="1000" kern="1200" dirty="0"/>
            <a:t>Neural networks may provide strong scoring performance through conventional math-based calculations, at cost of explainability.</a:t>
          </a:r>
        </a:p>
        <a:p>
          <a:pPr marL="57150" lvl="1" indent="-57150" algn="l" defTabSz="444500">
            <a:lnSpc>
              <a:spcPct val="90000"/>
            </a:lnSpc>
            <a:spcBef>
              <a:spcPct val="0"/>
            </a:spcBef>
            <a:spcAft>
              <a:spcPct val="15000"/>
            </a:spcAft>
            <a:buChar char="•"/>
          </a:pPr>
          <a:r>
            <a:rPr lang="en-US" sz="1000" kern="1200" dirty="0"/>
            <a:t>NN can be time-series trained, leveraging all history for training data and learning temporal trends</a:t>
          </a:r>
        </a:p>
        <a:p>
          <a:pPr marL="57150" lvl="1" indent="-57150" algn="l" defTabSz="444500">
            <a:lnSpc>
              <a:spcPct val="90000"/>
            </a:lnSpc>
            <a:spcBef>
              <a:spcPct val="0"/>
            </a:spcBef>
            <a:spcAft>
              <a:spcPct val="15000"/>
            </a:spcAft>
            <a:buChar char="•"/>
          </a:pPr>
          <a:r>
            <a:rPr lang="en-US" sz="1000" kern="1200" dirty="0"/>
            <a:t>Output can be used to supplement LLM explainability, which is paramount in sales communications</a:t>
          </a:r>
        </a:p>
      </dsp:txBody>
      <dsp:txXfrm rot="-5400000">
        <a:off x="3101733" y="2170225"/>
        <a:ext cx="6399559" cy="699054"/>
      </dsp:txXfrm>
    </dsp:sp>
    <dsp:sp modelId="{F9DC3DC2-F79D-4273-B49A-B1C54B702E85}">
      <dsp:nvSpPr>
        <dsp:cNvPr id="0" name=""/>
        <dsp:cNvSpPr/>
      </dsp:nvSpPr>
      <dsp:spPr>
        <a:xfrm>
          <a:off x="502525" y="2035571"/>
          <a:ext cx="2599207" cy="968361"/>
        </a:xfrm>
        <a:prstGeom prst="roundRect">
          <a:avLst/>
        </a:prstGeom>
        <a:solidFill>
          <a:schemeClr val="accent3">
            <a:lumMod val="75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US" sz="2000" kern="1200" dirty="0"/>
            <a:t>Deep Learning</a:t>
          </a:r>
        </a:p>
      </dsp:txBody>
      <dsp:txXfrm>
        <a:off x="549796" y="2082842"/>
        <a:ext cx="2504665" cy="873819"/>
      </dsp:txXfrm>
    </dsp:sp>
    <dsp:sp modelId="{D540D318-D1D9-4071-BC83-985651A75F58}">
      <dsp:nvSpPr>
        <dsp:cNvPr id="0" name=""/>
        <dsp:cNvSpPr/>
      </dsp:nvSpPr>
      <dsp:spPr>
        <a:xfrm rot="5400000">
          <a:off x="5949841" y="317843"/>
          <a:ext cx="774688" cy="6437376"/>
        </a:xfrm>
        <a:prstGeom prst="round2Same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19050" rIns="38100" bIns="19050" numCol="1" spcCol="1270" anchor="ctr" anchorCtr="0">
          <a:noAutofit/>
        </a:bodyPr>
        <a:lstStyle/>
        <a:p>
          <a:pPr marL="57150" lvl="1" indent="-57150" algn="l" defTabSz="444500">
            <a:lnSpc>
              <a:spcPct val="90000"/>
            </a:lnSpc>
            <a:spcBef>
              <a:spcPct val="0"/>
            </a:spcBef>
            <a:spcAft>
              <a:spcPct val="15000"/>
            </a:spcAft>
            <a:buChar char="•"/>
          </a:pPr>
          <a:r>
            <a:rPr lang="en-US" sz="1000" kern="1200" dirty="0"/>
            <a:t>Market conditions and internal factors change over time. In the long-term, distributional shifts between present and past data may bias similarity calculations and priority scoring.</a:t>
          </a:r>
        </a:p>
      </dsp:txBody>
      <dsp:txXfrm rot="-5400000">
        <a:off x="3118498" y="3187004"/>
        <a:ext cx="6399559" cy="699054"/>
      </dsp:txXfrm>
    </dsp:sp>
    <dsp:sp modelId="{AA2BC393-D003-4F48-BE30-35AE489E7D72}">
      <dsp:nvSpPr>
        <dsp:cNvPr id="0" name=""/>
        <dsp:cNvSpPr/>
      </dsp:nvSpPr>
      <dsp:spPr>
        <a:xfrm>
          <a:off x="502525" y="3052350"/>
          <a:ext cx="2615972" cy="968361"/>
        </a:xfrm>
        <a:prstGeom prst="roundRect">
          <a:avLst/>
        </a:prstGeom>
        <a:solidFill>
          <a:schemeClr val="accent3">
            <a:lumMod val="75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US" sz="2000" kern="1200" dirty="0"/>
            <a:t>Long-term Temporal Context</a:t>
          </a:r>
        </a:p>
      </dsp:txBody>
      <dsp:txXfrm>
        <a:off x="549796" y="3099621"/>
        <a:ext cx="2521430" cy="873819"/>
      </dsp:txXfrm>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yramid3">
  <dgm:title val=""/>
  <dgm:desc val=""/>
  <dgm:catLst>
    <dgm:cat type="pyramid" pri="2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T"/>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T"/>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rev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t"/>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6F59C1-A640-4C4C-8966-9C4C4C346BA2}" type="datetimeFigureOut">
              <a:rPr lang="en-US" smtClean="0"/>
              <a:t>5/2/2025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C30A9EC-E9EF-48EA-B6DF-29A4420E1196}" type="slidenum">
              <a:rPr lang="en-US" smtClean="0"/>
              <a:t>‹#›</a:t>
            </a:fld>
            <a:endParaRPr lang="en-US"/>
          </a:p>
        </p:txBody>
      </p:sp>
    </p:spTree>
    <p:extLst>
      <p:ext uri="{BB962C8B-B14F-4D97-AF65-F5344CB8AC3E}">
        <p14:creationId xmlns:p14="http://schemas.microsoft.com/office/powerpoint/2010/main" val="9703710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 awareness is engagement</a:t>
            </a:r>
          </a:p>
        </p:txBody>
      </p:sp>
      <p:sp>
        <p:nvSpPr>
          <p:cNvPr id="4" name="Slide Number Placeholder 3"/>
          <p:cNvSpPr>
            <a:spLocks noGrp="1"/>
          </p:cNvSpPr>
          <p:nvPr>
            <p:ph type="sldNum" sz="quarter" idx="5"/>
          </p:nvPr>
        </p:nvSpPr>
        <p:spPr/>
        <p:txBody>
          <a:bodyPr/>
          <a:lstStyle/>
          <a:p>
            <a:fld id="{EC30A9EC-E9EF-48EA-B6DF-29A4420E1196}" type="slidenum">
              <a:rPr lang="en-US" smtClean="0"/>
              <a:t>3</a:t>
            </a:fld>
            <a:endParaRPr lang="en-US"/>
          </a:p>
        </p:txBody>
      </p:sp>
    </p:spTree>
    <p:extLst>
      <p:ext uri="{BB962C8B-B14F-4D97-AF65-F5344CB8AC3E}">
        <p14:creationId xmlns:p14="http://schemas.microsoft.com/office/powerpoint/2010/main" val="14787464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Demonstrates the lesser traditional math-faithfulness of LLMs</a:t>
            </a:r>
          </a:p>
          <a:p>
            <a:endParaRPr lang="en-US" dirty="0"/>
          </a:p>
          <a:p>
            <a:r>
              <a:rPr lang="en-US" dirty="0"/>
              <a:t>Like asking a SME for an estimate, not someone who is doing official math-derived calculations. </a:t>
            </a:r>
          </a:p>
        </p:txBody>
      </p:sp>
      <p:sp>
        <p:nvSpPr>
          <p:cNvPr id="4" name="Slide Number Placeholder 3"/>
          <p:cNvSpPr>
            <a:spLocks noGrp="1"/>
          </p:cNvSpPr>
          <p:nvPr>
            <p:ph type="sldNum" sz="quarter" idx="5"/>
          </p:nvPr>
        </p:nvSpPr>
        <p:spPr/>
        <p:txBody>
          <a:bodyPr/>
          <a:lstStyle/>
          <a:p>
            <a:fld id="{EC30A9EC-E9EF-48EA-B6DF-29A4420E1196}" type="slidenum">
              <a:rPr lang="en-US" smtClean="0"/>
              <a:t>12</a:t>
            </a:fld>
            <a:endParaRPr lang="en-US"/>
          </a:p>
        </p:txBody>
      </p:sp>
    </p:spTree>
    <p:extLst>
      <p:ext uri="{BB962C8B-B14F-4D97-AF65-F5344CB8AC3E}">
        <p14:creationId xmlns:p14="http://schemas.microsoft.com/office/powerpoint/2010/main" val="24366715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41C72B3-C8D0-4B74-8AB7-025F895044AC}" type="datetimeFigureOut">
              <a:rPr lang="en-US" smtClean="0"/>
              <a:t>5/2/2025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EDDC05-EE01-443E-AA4A-2E1D9C08EE45}"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77876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41C72B3-C8D0-4B74-8AB7-025F895044AC}" type="datetimeFigureOut">
              <a:rPr lang="en-US" smtClean="0"/>
              <a:t>5/2/2025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EDDC05-EE01-443E-AA4A-2E1D9C08EE45}" type="slidenum">
              <a:rPr lang="en-US" smtClean="0"/>
              <a:t>‹#›</a:t>
            </a:fld>
            <a:endParaRPr lang="en-US"/>
          </a:p>
        </p:txBody>
      </p:sp>
    </p:spTree>
    <p:extLst>
      <p:ext uri="{BB962C8B-B14F-4D97-AF65-F5344CB8AC3E}">
        <p14:creationId xmlns:p14="http://schemas.microsoft.com/office/powerpoint/2010/main" val="4647701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41C72B3-C8D0-4B74-8AB7-025F895044AC}" type="datetimeFigureOut">
              <a:rPr lang="en-US" smtClean="0"/>
              <a:t>5/2/2025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EDDC05-EE01-443E-AA4A-2E1D9C08EE45}"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58304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41C72B3-C8D0-4B74-8AB7-025F895044AC}" type="datetimeFigureOut">
              <a:rPr lang="en-US" smtClean="0"/>
              <a:t>5/2/2025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EDDC05-EE01-443E-AA4A-2E1D9C08EE45}" type="slidenum">
              <a:rPr lang="en-US" smtClean="0"/>
              <a:t>‹#›</a:t>
            </a:fld>
            <a:endParaRPr lang="en-US"/>
          </a:p>
        </p:txBody>
      </p:sp>
    </p:spTree>
    <p:extLst>
      <p:ext uri="{BB962C8B-B14F-4D97-AF65-F5344CB8AC3E}">
        <p14:creationId xmlns:p14="http://schemas.microsoft.com/office/powerpoint/2010/main" val="21804906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41C72B3-C8D0-4B74-8AB7-025F895044AC}" type="datetimeFigureOut">
              <a:rPr lang="en-US" smtClean="0"/>
              <a:t>5/2/2025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DEDDC05-EE01-443E-AA4A-2E1D9C08EE45}" type="slidenum">
              <a:rPr lang="en-US" smtClean="0"/>
              <a:t>‹#›</a:t>
            </a:fld>
            <a:endParaRPr lang="en-US"/>
          </a:p>
        </p:txBody>
      </p:sp>
    </p:spTree>
    <p:extLst>
      <p:ext uri="{BB962C8B-B14F-4D97-AF65-F5344CB8AC3E}">
        <p14:creationId xmlns:p14="http://schemas.microsoft.com/office/powerpoint/2010/main" val="16220739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41C72B3-C8D0-4B74-8AB7-025F895044AC}" type="datetimeFigureOut">
              <a:rPr lang="en-US" smtClean="0"/>
              <a:t>5/2/2025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DEDDC05-EE01-443E-AA4A-2E1D9C08EE45}" type="slidenum">
              <a:rPr lang="en-US" smtClean="0"/>
              <a:t>‹#›</a:t>
            </a:fld>
            <a:endParaRPr lang="en-US"/>
          </a:p>
        </p:txBody>
      </p:sp>
    </p:spTree>
    <p:extLst>
      <p:ext uri="{BB962C8B-B14F-4D97-AF65-F5344CB8AC3E}">
        <p14:creationId xmlns:p14="http://schemas.microsoft.com/office/powerpoint/2010/main" val="24824118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F41C72B3-C8D0-4B74-8AB7-025F895044AC}" type="datetimeFigureOut">
              <a:rPr lang="en-US" smtClean="0"/>
              <a:t>5/2/2025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2DEDDC05-EE01-443E-AA4A-2E1D9C08EE45}" type="slidenum">
              <a:rPr lang="en-US" smtClean="0"/>
              <a:t>‹#›</a:t>
            </a:fld>
            <a:endParaRPr lang="en-US"/>
          </a:p>
        </p:txBody>
      </p:sp>
    </p:spTree>
    <p:extLst>
      <p:ext uri="{BB962C8B-B14F-4D97-AF65-F5344CB8AC3E}">
        <p14:creationId xmlns:p14="http://schemas.microsoft.com/office/powerpoint/2010/main" val="19828540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F41C72B3-C8D0-4B74-8AB7-025F895044AC}" type="datetimeFigureOut">
              <a:rPr lang="en-US" smtClean="0"/>
              <a:t>5/2/2025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2DEDDC05-EE01-443E-AA4A-2E1D9C08EE45}" type="slidenum">
              <a:rPr lang="en-US" smtClean="0"/>
              <a:t>‹#›</a:t>
            </a:fld>
            <a:endParaRPr lang="en-US"/>
          </a:p>
        </p:txBody>
      </p:sp>
    </p:spTree>
    <p:extLst>
      <p:ext uri="{BB962C8B-B14F-4D97-AF65-F5344CB8AC3E}">
        <p14:creationId xmlns:p14="http://schemas.microsoft.com/office/powerpoint/2010/main" val="18541566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41C72B3-C8D0-4B74-8AB7-025F895044AC}" type="datetimeFigureOut">
              <a:rPr lang="en-US" smtClean="0"/>
              <a:t>5/2/2025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EDDC05-EE01-443E-AA4A-2E1D9C08EE45}" type="slidenum">
              <a:rPr lang="en-US" smtClean="0"/>
              <a:t>‹#›</a:t>
            </a:fld>
            <a:endParaRPr lang="en-US"/>
          </a:p>
        </p:txBody>
      </p:sp>
    </p:spTree>
    <p:extLst>
      <p:ext uri="{BB962C8B-B14F-4D97-AF65-F5344CB8AC3E}">
        <p14:creationId xmlns:p14="http://schemas.microsoft.com/office/powerpoint/2010/main" val="14387908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41C72B3-C8D0-4B74-8AB7-025F895044AC}" type="datetimeFigureOut">
              <a:rPr lang="en-US" smtClean="0"/>
              <a:t>5/2/2025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EDDC05-EE01-443E-AA4A-2E1D9C08EE45}" type="slidenum">
              <a:rPr lang="en-US" smtClean="0"/>
              <a:t>‹#›</a:t>
            </a:fld>
            <a:endParaRPr lang="en-US"/>
          </a:p>
        </p:txBody>
      </p:sp>
    </p:spTree>
    <p:extLst>
      <p:ext uri="{BB962C8B-B14F-4D97-AF65-F5344CB8AC3E}">
        <p14:creationId xmlns:p14="http://schemas.microsoft.com/office/powerpoint/2010/main" val="3016280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41C72B3-C8D0-4B74-8AB7-025F895044AC}" type="datetimeFigureOut">
              <a:rPr lang="en-US" smtClean="0"/>
              <a:t>5/2/2025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EDDC05-EE01-443E-AA4A-2E1D9C08EE45}" type="slidenum">
              <a:rPr lang="en-US" smtClean="0"/>
              <a:t>‹#›</a:t>
            </a:fld>
            <a:endParaRPr lang="en-US"/>
          </a:p>
        </p:txBody>
      </p:sp>
    </p:spTree>
    <p:extLst>
      <p:ext uri="{BB962C8B-B14F-4D97-AF65-F5344CB8AC3E}">
        <p14:creationId xmlns:p14="http://schemas.microsoft.com/office/powerpoint/2010/main" val="19332836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F41C72B3-C8D0-4B74-8AB7-025F895044AC}" type="datetimeFigureOut">
              <a:rPr lang="en-US" smtClean="0"/>
              <a:t>5/2/2025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2DEDDC05-EE01-443E-AA4A-2E1D9C08EE45}"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0920949"/>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2.svg"/><Relationship Id="rId13" Type="http://schemas.openxmlformats.org/officeDocument/2006/relationships/image" Target="../media/image7.png"/><Relationship Id="rId3" Type="http://schemas.openxmlformats.org/officeDocument/2006/relationships/diagramLayout" Target="../diagrams/layout1.xml"/><Relationship Id="rId7" Type="http://schemas.openxmlformats.org/officeDocument/2006/relationships/image" Target="../media/image1.png"/><Relationship Id="rId12" Type="http://schemas.openxmlformats.org/officeDocument/2006/relationships/image" Target="../media/image6.sv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11" Type="http://schemas.openxmlformats.org/officeDocument/2006/relationships/image" Target="../media/image5.png"/><Relationship Id="rId5" Type="http://schemas.openxmlformats.org/officeDocument/2006/relationships/diagramColors" Target="../diagrams/colors1.xml"/><Relationship Id="rId10" Type="http://schemas.openxmlformats.org/officeDocument/2006/relationships/image" Target="../media/image4.svg"/><Relationship Id="rId4" Type="http://schemas.openxmlformats.org/officeDocument/2006/relationships/diagramQuickStyle" Target="../diagrams/quickStyle1.xml"/><Relationship Id="rId9" Type="http://schemas.openxmlformats.org/officeDocument/2006/relationships/image" Target="../media/image3.png"/><Relationship Id="rId14" Type="http://schemas.openxmlformats.org/officeDocument/2006/relationships/image" Target="../media/image8.svg"/></Relationships>
</file>

<file path=ppt/slides/_rels/slide3.xml.rels><?xml version="1.0" encoding="UTF-8" standalone="yes"?>
<Relationships xmlns="http://schemas.openxmlformats.org/package/2006/relationships"><Relationship Id="rId8" Type="http://schemas.openxmlformats.org/officeDocument/2006/relationships/diagramData" Target="../diagrams/data3.xml"/><Relationship Id="rId3" Type="http://schemas.openxmlformats.org/officeDocument/2006/relationships/diagramData" Target="../diagrams/data2.xml"/><Relationship Id="rId7" Type="http://schemas.microsoft.com/office/2007/relationships/diagramDrawing" Target="../diagrams/drawing2.xml"/><Relationship Id="rId12" Type="http://schemas.microsoft.com/office/2007/relationships/diagramDrawing" Target="../diagrams/drawing3.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2.xml"/><Relationship Id="rId11" Type="http://schemas.openxmlformats.org/officeDocument/2006/relationships/diagramColors" Target="../diagrams/colors3.xml"/><Relationship Id="rId5" Type="http://schemas.openxmlformats.org/officeDocument/2006/relationships/diagramQuickStyle" Target="../diagrams/quickStyle2.xml"/><Relationship Id="rId10" Type="http://schemas.openxmlformats.org/officeDocument/2006/relationships/diagramQuickStyle" Target="../diagrams/quickStyle3.xml"/><Relationship Id="rId4" Type="http://schemas.openxmlformats.org/officeDocument/2006/relationships/diagramLayout" Target="../diagrams/layout2.xml"/><Relationship Id="rId9" Type="http://schemas.openxmlformats.org/officeDocument/2006/relationships/diagramLayout" Target="../diagrams/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sv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15.jpe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6.xml.rels><?xml version="1.0" encoding="UTF-8" standalone="yes"?>
<Relationships xmlns="http://schemas.openxmlformats.org/package/2006/relationships"><Relationship Id="rId3" Type="http://schemas.openxmlformats.org/officeDocument/2006/relationships/hyperlink" Target="https://arxiv.org/abs/2306.17384" TargetMode="External"/><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20.svg"/><Relationship Id="rId7" Type="http://schemas.openxmlformats.org/officeDocument/2006/relationships/diagramColors" Target="../diagrams/colors5.xml"/><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926DF-4919-09F1-B897-6499E04FFC09}"/>
              </a:ext>
            </a:extLst>
          </p:cNvPr>
          <p:cNvSpPr>
            <a:spLocks noGrp="1"/>
          </p:cNvSpPr>
          <p:nvPr>
            <p:ph type="ctrTitle"/>
          </p:nvPr>
        </p:nvSpPr>
        <p:spPr/>
        <p:txBody>
          <a:bodyPr/>
          <a:lstStyle/>
          <a:p>
            <a:r>
              <a:rPr lang="en-US" dirty="0"/>
              <a:t>Lead Prioritization Agent</a:t>
            </a:r>
          </a:p>
        </p:txBody>
      </p:sp>
      <p:sp>
        <p:nvSpPr>
          <p:cNvPr id="3" name="Subtitle 2">
            <a:extLst>
              <a:ext uri="{FF2B5EF4-FFF2-40B4-BE49-F238E27FC236}">
                <a16:creationId xmlns:a16="http://schemas.microsoft.com/office/drawing/2014/main" id="{E21F713E-F90E-57CD-8075-CF4F011082AE}"/>
              </a:ext>
            </a:extLst>
          </p:cNvPr>
          <p:cNvSpPr>
            <a:spLocks noGrp="1"/>
          </p:cNvSpPr>
          <p:nvPr>
            <p:ph type="subTitle" idx="1"/>
          </p:nvPr>
        </p:nvSpPr>
        <p:spPr>
          <a:xfrm>
            <a:off x="1100051" y="4455620"/>
            <a:ext cx="10058400" cy="1508951"/>
          </a:xfrm>
        </p:spPr>
        <p:txBody>
          <a:bodyPr/>
          <a:lstStyle/>
          <a:p>
            <a:r>
              <a:rPr lang="en-US" dirty="0"/>
              <a:t>Jonathan Luo</a:t>
            </a:r>
          </a:p>
          <a:p>
            <a:r>
              <a:rPr lang="en-US" dirty="0"/>
              <a:t>5/2/2025</a:t>
            </a:r>
          </a:p>
          <a:p>
            <a:endParaRPr lang="en-US" dirty="0"/>
          </a:p>
        </p:txBody>
      </p:sp>
    </p:spTree>
    <p:extLst>
      <p:ext uri="{BB962C8B-B14F-4D97-AF65-F5344CB8AC3E}">
        <p14:creationId xmlns:p14="http://schemas.microsoft.com/office/powerpoint/2010/main" val="39894634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CAEF5-8219-220F-2018-197A11B61476}"/>
              </a:ext>
            </a:extLst>
          </p:cNvPr>
          <p:cNvSpPr>
            <a:spLocks noGrp="1"/>
          </p:cNvSpPr>
          <p:nvPr>
            <p:ph type="title"/>
          </p:nvPr>
        </p:nvSpPr>
        <p:spPr/>
        <p:txBody>
          <a:bodyPr/>
          <a:lstStyle/>
          <a:p>
            <a:r>
              <a:rPr lang="en-US" dirty="0"/>
              <a:t>Executive Summary</a:t>
            </a:r>
          </a:p>
        </p:txBody>
      </p:sp>
      <p:graphicFrame>
        <p:nvGraphicFramePr>
          <p:cNvPr id="4" name="Diagram 3">
            <a:extLst>
              <a:ext uri="{FF2B5EF4-FFF2-40B4-BE49-F238E27FC236}">
                <a16:creationId xmlns:a16="http://schemas.microsoft.com/office/drawing/2014/main" id="{59D29CFE-B678-484C-89C5-4389FEE9ED09}"/>
              </a:ext>
            </a:extLst>
          </p:cNvPr>
          <p:cNvGraphicFramePr/>
          <p:nvPr>
            <p:extLst>
              <p:ext uri="{D42A27DB-BD31-4B8C-83A1-F6EECF244321}">
                <p14:modId xmlns:p14="http://schemas.microsoft.com/office/powerpoint/2010/main" val="2440176534"/>
              </p:ext>
            </p:extLst>
          </p:nvPr>
        </p:nvGraphicFramePr>
        <p:xfrm>
          <a:off x="0" y="1809505"/>
          <a:ext cx="10477850" cy="44009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Graphic 5" descr="Bullseye with solid fill">
            <a:extLst>
              <a:ext uri="{FF2B5EF4-FFF2-40B4-BE49-F238E27FC236}">
                <a16:creationId xmlns:a16="http://schemas.microsoft.com/office/drawing/2014/main" id="{BD925FC4-1F2B-B441-D4A7-9A38AC9615A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0121" y="2015455"/>
            <a:ext cx="914400" cy="914400"/>
          </a:xfrm>
          <a:prstGeom prst="rect">
            <a:avLst/>
          </a:prstGeom>
        </p:spPr>
      </p:pic>
      <p:pic>
        <p:nvPicPr>
          <p:cNvPr id="10" name="Graphic 9" descr="Briefcase with solid fill">
            <a:extLst>
              <a:ext uri="{FF2B5EF4-FFF2-40B4-BE49-F238E27FC236}">
                <a16:creationId xmlns:a16="http://schemas.microsoft.com/office/drawing/2014/main" id="{A1A5A251-5BC9-836D-12A4-4A1D1729510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87330" y="3090047"/>
            <a:ext cx="780595" cy="780595"/>
          </a:xfrm>
          <a:prstGeom prst="rect">
            <a:avLst/>
          </a:prstGeom>
        </p:spPr>
      </p:pic>
      <p:pic>
        <p:nvPicPr>
          <p:cNvPr id="12" name="Graphic 11" descr="Chevron arrows with solid fill">
            <a:extLst>
              <a:ext uri="{FF2B5EF4-FFF2-40B4-BE49-F238E27FC236}">
                <a16:creationId xmlns:a16="http://schemas.microsoft.com/office/drawing/2014/main" id="{2FD39654-6AB6-F8ED-23B7-10FD61F83D86}"/>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8143" y="5103559"/>
            <a:ext cx="854279" cy="854279"/>
          </a:xfrm>
          <a:prstGeom prst="rect">
            <a:avLst/>
          </a:prstGeom>
        </p:spPr>
      </p:pic>
      <p:pic>
        <p:nvPicPr>
          <p:cNvPr id="14" name="Graphic 13" descr="Closed book with solid fill">
            <a:extLst>
              <a:ext uri="{FF2B5EF4-FFF2-40B4-BE49-F238E27FC236}">
                <a16:creationId xmlns:a16="http://schemas.microsoft.com/office/drawing/2014/main" id="{10D305FC-BFE8-22C7-8A9D-9095E00F8D9C}"/>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01731" y="4123282"/>
            <a:ext cx="773395" cy="773395"/>
          </a:xfrm>
          <a:prstGeom prst="rect">
            <a:avLst/>
          </a:prstGeom>
        </p:spPr>
      </p:pic>
    </p:spTree>
    <p:extLst>
      <p:ext uri="{BB962C8B-B14F-4D97-AF65-F5344CB8AC3E}">
        <p14:creationId xmlns:p14="http://schemas.microsoft.com/office/powerpoint/2010/main" val="40532182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77301-4887-A30B-0013-0AB6918A26E1}"/>
              </a:ext>
            </a:extLst>
          </p:cNvPr>
          <p:cNvSpPr>
            <a:spLocks noGrp="1"/>
          </p:cNvSpPr>
          <p:nvPr>
            <p:ph type="title"/>
          </p:nvPr>
        </p:nvSpPr>
        <p:spPr/>
        <p:txBody>
          <a:bodyPr>
            <a:normAutofit fontScale="90000"/>
          </a:bodyPr>
          <a:lstStyle/>
          <a:p>
            <a:r>
              <a:rPr lang="en-US" sz="3600" b="1" dirty="0"/>
              <a:t>Account Prioritization </a:t>
            </a:r>
            <a:r>
              <a:rPr lang="en-US" sz="3600" dirty="0"/>
              <a:t>- Amount of attention a lead requires based on purchase propensity and revenue opportunity. </a:t>
            </a:r>
          </a:p>
        </p:txBody>
      </p:sp>
      <p:graphicFrame>
        <p:nvGraphicFramePr>
          <p:cNvPr id="7" name="Content Placeholder 6">
            <a:extLst>
              <a:ext uri="{FF2B5EF4-FFF2-40B4-BE49-F238E27FC236}">
                <a16:creationId xmlns:a16="http://schemas.microsoft.com/office/drawing/2014/main" id="{AF854660-5A85-418B-B401-87ACD38B51A6}"/>
              </a:ext>
            </a:extLst>
          </p:cNvPr>
          <p:cNvGraphicFramePr>
            <a:graphicFrameLocks noGrp="1"/>
          </p:cNvGraphicFramePr>
          <p:nvPr>
            <p:ph idx="1"/>
            <p:extLst>
              <p:ext uri="{D42A27DB-BD31-4B8C-83A1-F6EECF244321}">
                <p14:modId xmlns:p14="http://schemas.microsoft.com/office/powerpoint/2010/main" val="2795821096"/>
              </p:ext>
            </p:extLst>
          </p:nvPr>
        </p:nvGraphicFramePr>
        <p:xfrm>
          <a:off x="1004683" y="2190204"/>
          <a:ext cx="10282704" cy="40227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8" name="Diagram 7">
            <a:extLst>
              <a:ext uri="{FF2B5EF4-FFF2-40B4-BE49-F238E27FC236}">
                <a16:creationId xmlns:a16="http://schemas.microsoft.com/office/drawing/2014/main" id="{29D71729-0D74-97F4-690A-8A92709BF745}"/>
              </a:ext>
            </a:extLst>
          </p:cNvPr>
          <p:cNvGraphicFramePr/>
          <p:nvPr>
            <p:extLst>
              <p:ext uri="{D42A27DB-BD31-4B8C-83A1-F6EECF244321}">
                <p14:modId xmlns:p14="http://schemas.microsoft.com/office/powerpoint/2010/main" val="2726107118"/>
              </p:ext>
            </p:extLst>
          </p:nvPr>
        </p:nvGraphicFramePr>
        <p:xfrm>
          <a:off x="8342850" y="4173516"/>
          <a:ext cx="2508310" cy="1833002"/>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9" name="TextBox 8">
            <a:extLst>
              <a:ext uri="{FF2B5EF4-FFF2-40B4-BE49-F238E27FC236}">
                <a16:creationId xmlns:a16="http://schemas.microsoft.com/office/drawing/2014/main" id="{C6731585-D04E-03E6-0647-EC89A92961BA}"/>
              </a:ext>
            </a:extLst>
          </p:cNvPr>
          <p:cNvSpPr txBox="1"/>
          <p:nvPr/>
        </p:nvSpPr>
        <p:spPr>
          <a:xfrm>
            <a:off x="1036637" y="1870745"/>
            <a:ext cx="3828549" cy="369332"/>
          </a:xfrm>
          <a:prstGeom prst="rect">
            <a:avLst/>
          </a:prstGeom>
          <a:noFill/>
        </p:spPr>
        <p:txBody>
          <a:bodyPr wrap="none" rtlCol="0">
            <a:spAutoFit/>
          </a:bodyPr>
          <a:lstStyle/>
          <a:p>
            <a:r>
              <a:rPr lang="en-US" dirty="0"/>
              <a:t>Determined by 3 primary components:</a:t>
            </a:r>
          </a:p>
        </p:txBody>
      </p:sp>
    </p:spTree>
    <p:extLst>
      <p:ext uri="{BB962C8B-B14F-4D97-AF65-F5344CB8AC3E}">
        <p14:creationId xmlns:p14="http://schemas.microsoft.com/office/powerpoint/2010/main" val="37436344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E7A84A5-580A-D651-616C-2FB0F7CCEE66}"/>
              </a:ext>
            </a:extLst>
          </p:cNvPr>
          <p:cNvSpPr/>
          <p:nvPr/>
        </p:nvSpPr>
        <p:spPr>
          <a:xfrm>
            <a:off x="1187032" y="2479104"/>
            <a:ext cx="3292687" cy="2197778"/>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le 1">
            <a:extLst>
              <a:ext uri="{FF2B5EF4-FFF2-40B4-BE49-F238E27FC236}">
                <a16:creationId xmlns:a16="http://schemas.microsoft.com/office/drawing/2014/main" id="{2065A292-6D17-FEEE-777C-964438BBC8C7}"/>
              </a:ext>
            </a:extLst>
          </p:cNvPr>
          <p:cNvSpPr>
            <a:spLocks noGrp="1"/>
          </p:cNvSpPr>
          <p:nvPr>
            <p:ph type="title"/>
          </p:nvPr>
        </p:nvSpPr>
        <p:spPr/>
        <p:txBody>
          <a:bodyPr/>
          <a:lstStyle/>
          <a:p>
            <a:r>
              <a:rPr lang="en-US" dirty="0"/>
              <a:t>Data and Assumptions</a:t>
            </a:r>
          </a:p>
        </p:txBody>
      </p:sp>
      <p:pic>
        <p:nvPicPr>
          <p:cNvPr id="1036" name="Picture 12" descr="Google Gemini | Google Wiki | Fandom">
            <a:extLst>
              <a:ext uri="{FF2B5EF4-FFF2-40B4-BE49-F238E27FC236}">
                <a16:creationId xmlns:a16="http://schemas.microsoft.com/office/drawing/2014/main" id="{20AFE202-ADBA-BDCA-9264-FC7F31D4D438}"/>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228987" y="3340117"/>
            <a:ext cx="553673" cy="55367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AA43BFB-009E-1AC7-D53A-584AE22E7665}"/>
              </a:ext>
            </a:extLst>
          </p:cNvPr>
          <p:cNvSpPr txBox="1"/>
          <p:nvPr/>
        </p:nvSpPr>
        <p:spPr>
          <a:xfrm>
            <a:off x="1742453" y="2767917"/>
            <a:ext cx="2552708" cy="261610"/>
          </a:xfrm>
          <a:prstGeom prst="rect">
            <a:avLst/>
          </a:prstGeom>
          <a:noFill/>
        </p:spPr>
        <p:txBody>
          <a:bodyPr wrap="square" rtlCol="0">
            <a:spAutoFit/>
          </a:bodyPr>
          <a:lstStyle/>
          <a:p>
            <a:r>
              <a:rPr lang="en-US" sz="1100" dirty="0"/>
              <a:t>55 records from customer case studies</a:t>
            </a:r>
          </a:p>
        </p:txBody>
      </p:sp>
      <p:sp>
        <p:nvSpPr>
          <p:cNvPr id="6" name="TextBox 5">
            <a:extLst>
              <a:ext uri="{FF2B5EF4-FFF2-40B4-BE49-F238E27FC236}">
                <a16:creationId xmlns:a16="http://schemas.microsoft.com/office/drawing/2014/main" id="{8479183E-1002-3309-0DF1-E6EB7062B6B4}"/>
              </a:ext>
            </a:extLst>
          </p:cNvPr>
          <p:cNvSpPr txBox="1"/>
          <p:nvPr/>
        </p:nvSpPr>
        <p:spPr>
          <a:xfrm>
            <a:off x="1782660" y="3387622"/>
            <a:ext cx="2552708" cy="430887"/>
          </a:xfrm>
          <a:prstGeom prst="rect">
            <a:avLst/>
          </a:prstGeom>
          <a:noFill/>
        </p:spPr>
        <p:txBody>
          <a:bodyPr wrap="square" rtlCol="0">
            <a:spAutoFit/>
          </a:bodyPr>
          <a:lstStyle/>
          <a:p>
            <a:r>
              <a:rPr lang="en-US" sz="1100" dirty="0"/>
              <a:t>101 generated customer competitors from Gemini</a:t>
            </a:r>
          </a:p>
        </p:txBody>
      </p:sp>
      <p:sp>
        <p:nvSpPr>
          <p:cNvPr id="7" name="TextBox 6">
            <a:extLst>
              <a:ext uri="{FF2B5EF4-FFF2-40B4-BE49-F238E27FC236}">
                <a16:creationId xmlns:a16="http://schemas.microsoft.com/office/drawing/2014/main" id="{758DFE9F-F6CC-D5B4-D263-757F09DA0643}"/>
              </a:ext>
            </a:extLst>
          </p:cNvPr>
          <p:cNvSpPr txBox="1"/>
          <p:nvPr/>
        </p:nvSpPr>
        <p:spPr>
          <a:xfrm>
            <a:off x="1782660" y="4037556"/>
            <a:ext cx="2552708" cy="430887"/>
          </a:xfrm>
          <a:prstGeom prst="rect">
            <a:avLst/>
          </a:prstGeom>
          <a:noFill/>
        </p:spPr>
        <p:txBody>
          <a:bodyPr wrap="square" rtlCol="0">
            <a:spAutoFit/>
          </a:bodyPr>
          <a:lstStyle/>
          <a:p>
            <a:r>
              <a:rPr lang="en-US" sz="1100" dirty="0"/>
              <a:t>250 random from top 2000 global from Kaggle</a:t>
            </a:r>
          </a:p>
        </p:txBody>
      </p:sp>
      <p:sp>
        <p:nvSpPr>
          <p:cNvPr id="8" name="Rectangle 7">
            <a:extLst>
              <a:ext uri="{FF2B5EF4-FFF2-40B4-BE49-F238E27FC236}">
                <a16:creationId xmlns:a16="http://schemas.microsoft.com/office/drawing/2014/main" id="{4812F2E3-2C55-79D9-3EEC-41991CDD1C3F}"/>
              </a:ext>
            </a:extLst>
          </p:cNvPr>
          <p:cNvSpPr/>
          <p:nvPr/>
        </p:nvSpPr>
        <p:spPr>
          <a:xfrm>
            <a:off x="1187033" y="1784865"/>
            <a:ext cx="3292687" cy="79588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200" dirty="0"/>
              <a:t>Real company names, industries, and basic firmographics</a:t>
            </a:r>
          </a:p>
          <a:p>
            <a:pPr marL="285750" indent="-285750">
              <a:buFont typeface="Arial" panose="020B0604020202020204" pitchFamily="34" charset="0"/>
              <a:buChar char="•"/>
            </a:pPr>
            <a:r>
              <a:rPr lang="en-US" sz="1200" dirty="0"/>
              <a:t>Mock features, simulated dates, progressions, and outcomes</a:t>
            </a:r>
          </a:p>
        </p:txBody>
      </p:sp>
      <p:pic>
        <p:nvPicPr>
          <p:cNvPr id="1038" name="Picture 14" descr="kaggle&quot; Icon - Download for free – Iconduck">
            <a:extLst>
              <a:ext uri="{FF2B5EF4-FFF2-40B4-BE49-F238E27FC236}">
                <a16:creationId xmlns:a16="http://schemas.microsoft.com/office/drawing/2014/main" id="{9D68AC7C-9BFC-1DE8-2190-14973FE5E52C}"/>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228987" y="3995292"/>
            <a:ext cx="553673" cy="553673"/>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a:extLst>
              <a:ext uri="{FF2B5EF4-FFF2-40B4-BE49-F238E27FC236}">
                <a16:creationId xmlns:a16="http://schemas.microsoft.com/office/drawing/2014/main" id="{B028A8C3-8A00-78B2-B7F0-A2C000909C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56558" y="1783335"/>
            <a:ext cx="4652788" cy="2775677"/>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8F1586CE-A5AF-4E4A-05E9-779CDDD6B1C5}"/>
              </a:ext>
            </a:extLst>
          </p:cNvPr>
          <p:cNvSpPr txBox="1"/>
          <p:nvPr/>
        </p:nvSpPr>
        <p:spPr>
          <a:xfrm>
            <a:off x="9453539" y="1945507"/>
            <a:ext cx="1506561" cy="577081"/>
          </a:xfrm>
          <a:prstGeom prst="rect">
            <a:avLst/>
          </a:prstGeom>
          <a:noFill/>
        </p:spPr>
        <p:txBody>
          <a:bodyPr wrap="square" rtlCol="0">
            <a:spAutoFit/>
          </a:bodyPr>
          <a:lstStyle/>
          <a:p>
            <a:r>
              <a:rPr lang="en-US" sz="1050" dirty="0"/>
              <a:t>Assume leads have lifecycle of 3-12 months, skewed right</a:t>
            </a:r>
          </a:p>
        </p:txBody>
      </p:sp>
      <p:sp>
        <p:nvSpPr>
          <p:cNvPr id="13" name="TextBox 12">
            <a:extLst>
              <a:ext uri="{FF2B5EF4-FFF2-40B4-BE49-F238E27FC236}">
                <a16:creationId xmlns:a16="http://schemas.microsoft.com/office/drawing/2014/main" id="{D874FF73-6E93-3646-F193-B72A77EEFE5E}"/>
              </a:ext>
            </a:extLst>
          </p:cNvPr>
          <p:cNvSpPr txBox="1"/>
          <p:nvPr/>
        </p:nvSpPr>
        <p:spPr>
          <a:xfrm>
            <a:off x="9188443" y="4748168"/>
            <a:ext cx="404278" cy="461665"/>
          </a:xfrm>
          <a:prstGeom prst="rect">
            <a:avLst/>
          </a:prstGeom>
          <a:noFill/>
        </p:spPr>
        <p:txBody>
          <a:bodyPr wrap="none" rtlCol="0">
            <a:spAutoFit/>
          </a:bodyPr>
          <a:lstStyle/>
          <a:p>
            <a:r>
              <a:rPr lang="en-US" sz="2400" b="1" dirty="0"/>
              <a:t>…</a:t>
            </a:r>
          </a:p>
        </p:txBody>
      </p:sp>
      <p:pic>
        <p:nvPicPr>
          <p:cNvPr id="15" name="Picture 14">
            <a:extLst>
              <a:ext uri="{FF2B5EF4-FFF2-40B4-BE49-F238E27FC236}">
                <a16:creationId xmlns:a16="http://schemas.microsoft.com/office/drawing/2014/main" id="{1001E944-807C-1533-99E1-20D8221D4397}"/>
              </a:ext>
            </a:extLst>
          </p:cNvPr>
          <p:cNvPicPr>
            <a:picLocks noChangeAspect="1"/>
          </p:cNvPicPr>
          <p:nvPr/>
        </p:nvPicPr>
        <p:blipFill>
          <a:blip r:embed="rId5"/>
          <a:srcRect/>
          <a:stretch/>
        </p:blipFill>
        <p:spPr>
          <a:xfrm>
            <a:off x="1187032" y="4778384"/>
            <a:ext cx="8007762" cy="1358970"/>
          </a:xfrm>
          <a:prstGeom prst="rect">
            <a:avLst/>
          </a:prstGeom>
        </p:spPr>
      </p:pic>
      <p:sp>
        <p:nvSpPr>
          <p:cNvPr id="16" name="TextBox 15">
            <a:extLst>
              <a:ext uri="{FF2B5EF4-FFF2-40B4-BE49-F238E27FC236}">
                <a16:creationId xmlns:a16="http://schemas.microsoft.com/office/drawing/2014/main" id="{08A666EE-C38C-82A5-004F-F3FC83DFB2CC}"/>
              </a:ext>
            </a:extLst>
          </p:cNvPr>
          <p:cNvSpPr txBox="1"/>
          <p:nvPr/>
        </p:nvSpPr>
        <p:spPr>
          <a:xfrm>
            <a:off x="1824615" y="2985011"/>
            <a:ext cx="1506561" cy="215444"/>
          </a:xfrm>
          <a:prstGeom prst="rect">
            <a:avLst/>
          </a:prstGeom>
          <a:solidFill>
            <a:srgbClr val="00C7C7"/>
          </a:solidFill>
        </p:spPr>
        <p:txBody>
          <a:bodyPr wrap="square" rtlCol="0">
            <a:spAutoFit/>
          </a:bodyPr>
          <a:lstStyle/>
          <a:p>
            <a:pPr algn="ctr"/>
            <a:r>
              <a:rPr lang="en-US" sz="800" dirty="0">
                <a:solidFill>
                  <a:schemeClr val="bg1"/>
                </a:solidFill>
              </a:rPr>
              <a:t>All simulated converted</a:t>
            </a:r>
          </a:p>
        </p:txBody>
      </p:sp>
      <p:pic>
        <p:nvPicPr>
          <p:cNvPr id="4" name="Graphic 3" descr="Open book with solid fill">
            <a:extLst>
              <a:ext uri="{FF2B5EF4-FFF2-40B4-BE49-F238E27FC236}">
                <a16:creationId xmlns:a16="http://schemas.microsoft.com/office/drawing/2014/main" id="{EA14D2D6-5C26-6615-7B41-B6369B77B43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263176" y="2789694"/>
            <a:ext cx="485295" cy="485295"/>
          </a:xfrm>
          <a:prstGeom prst="rect">
            <a:avLst/>
          </a:prstGeom>
        </p:spPr>
      </p:pic>
    </p:spTree>
    <p:extLst>
      <p:ext uri="{BB962C8B-B14F-4D97-AF65-F5344CB8AC3E}">
        <p14:creationId xmlns:p14="http://schemas.microsoft.com/office/powerpoint/2010/main" val="7356233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F614905-9E7B-355D-C9B9-E6524057773D}"/>
              </a:ext>
            </a:extLst>
          </p:cNvPr>
          <p:cNvSpPr/>
          <p:nvPr/>
        </p:nvSpPr>
        <p:spPr>
          <a:xfrm>
            <a:off x="1134192" y="2571836"/>
            <a:ext cx="2831285" cy="3493403"/>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627F065-F205-2ABC-AE25-A37F04209939}"/>
              </a:ext>
            </a:extLst>
          </p:cNvPr>
          <p:cNvSpPr>
            <a:spLocks noGrp="1"/>
          </p:cNvSpPr>
          <p:nvPr>
            <p:ph type="title"/>
          </p:nvPr>
        </p:nvSpPr>
        <p:spPr/>
        <p:txBody>
          <a:bodyPr>
            <a:normAutofit/>
          </a:bodyPr>
          <a:lstStyle/>
          <a:p>
            <a:r>
              <a:rPr lang="en-US" sz="4400" dirty="0"/>
              <a:t>Baseline Approach</a:t>
            </a:r>
          </a:p>
        </p:txBody>
      </p:sp>
      <p:sp>
        <p:nvSpPr>
          <p:cNvPr id="6" name="TextBox 5">
            <a:extLst>
              <a:ext uri="{FF2B5EF4-FFF2-40B4-BE49-F238E27FC236}">
                <a16:creationId xmlns:a16="http://schemas.microsoft.com/office/drawing/2014/main" id="{C5245043-B6D5-6D15-CD1E-B7CE6CADCA4F}"/>
              </a:ext>
            </a:extLst>
          </p:cNvPr>
          <p:cNvSpPr txBox="1"/>
          <p:nvPr/>
        </p:nvSpPr>
        <p:spPr>
          <a:xfrm>
            <a:off x="1325461" y="3484693"/>
            <a:ext cx="2025298" cy="2462213"/>
          </a:xfrm>
          <a:prstGeom prst="rect">
            <a:avLst/>
          </a:prstGeom>
          <a:solidFill>
            <a:schemeClr val="accent3">
              <a:lumMod val="20000"/>
              <a:lumOff val="80000"/>
            </a:schemeClr>
          </a:solidFill>
          <a:ln>
            <a:solidFill>
              <a:schemeClr val="tx1">
                <a:lumMod val="50000"/>
                <a:lumOff val="50000"/>
              </a:schemeClr>
            </a:solidFill>
          </a:ln>
        </p:spPr>
        <p:txBody>
          <a:bodyPr wrap="square" rtlCol="0">
            <a:spAutoFit/>
          </a:bodyPr>
          <a:lstStyle/>
          <a:p>
            <a:r>
              <a:rPr lang="en-US" sz="1400" b="1" dirty="0"/>
              <a:t>Lead Account # 1234</a:t>
            </a:r>
          </a:p>
          <a:p>
            <a:endParaRPr lang="en-US" sz="1400" dirty="0"/>
          </a:p>
          <a:p>
            <a:r>
              <a:rPr lang="en-US" sz="1400" dirty="0"/>
              <a:t>Company Name</a:t>
            </a:r>
          </a:p>
          <a:p>
            <a:r>
              <a:rPr lang="en-US" sz="1400" dirty="0"/>
              <a:t>Industry</a:t>
            </a:r>
          </a:p>
          <a:p>
            <a:r>
              <a:rPr lang="en-US" sz="1400" dirty="0"/>
              <a:t>Deal Value</a:t>
            </a:r>
          </a:p>
          <a:p>
            <a:r>
              <a:rPr lang="en-US" sz="1400" dirty="0"/>
              <a:t>Engagement Level</a:t>
            </a:r>
          </a:p>
          <a:p>
            <a:r>
              <a:rPr lang="en-US" sz="1400" dirty="0"/>
              <a:t>Pipeline Stage</a:t>
            </a:r>
          </a:p>
          <a:p>
            <a:r>
              <a:rPr lang="en-US" sz="1400" dirty="0"/>
              <a:t>Contact Seniority</a:t>
            </a:r>
          </a:p>
          <a:p>
            <a:r>
              <a:rPr lang="en-US" sz="1400" dirty="0"/>
              <a:t>.</a:t>
            </a:r>
          </a:p>
          <a:p>
            <a:r>
              <a:rPr lang="en-US" sz="1400" dirty="0"/>
              <a:t>.</a:t>
            </a:r>
          </a:p>
          <a:p>
            <a:r>
              <a:rPr lang="en-US" sz="1400" dirty="0"/>
              <a:t>.</a:t>
            </a:r>
          </a:p>
        </p:txBody>
      </p:sp>
      <p:pic>
        <p:nvPicPr>
          <p:cNvPr id="2050" name="Picture 2" descr="OpenAI introduces the next evolution of ChatGPT: GPT-4">
            <a:extLst>
              <a:ext uri="{FF2B5EF4-FFF2-40B4-BE49-F238E27FC236}">
                <a16:creationId xmlns:a16="http://schemas.microsoft.com/office/drawing/2014/main" id="{A10DC8C7-DEFE-DCCF-AAE6-42F9BE1B44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9176" r="58981" b="14785"/>
          <a:stretch/>
        </p:blipFill>
        <p:spPr bwMode="auto">
          <a:xfrm>
            <a:off x="5091214" y="2479152"/>
            <a:ext cx="1057920" cy="1103152"/>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F4884A1E-DAE2-314F-336B-77AB5CCE59E4}"/>
              </a:ext>
            </a:extLst>
          </p:cNvPr>
          <p:cNvSpPr txBox="1"/>
          <p:nvPr/>
        </p:nvSpPr>
        <p:spPr>
          <a:xfrm>
            <a:off x="1097280" y="2561363"/>
            <a:ext cx="2957119" cy="923330"/>
          </a:xfrm>
          <a:prstGeom prst="rect">
            <a:avLst/>
          </a:prstGeom>
          <a:noFill/>
        </p:spPr>
        <p:txBody>
          <a:bodyPr wrap="square" rtlCol="0">
            <a:spAutoFit/>
          </a:bodyPr>
          <a:lstStyle/>
          <a:p>
            <a:r>
              <a:rPr lang="en-US" dirty="0"/>
              <a:t>Prompt: “Provide a lead priority score for this lead based on…”</a:t>
            </a:r>
          </a:p>
        </p:txBody>
      </p:sp>
      <p:sp>
        <p:nvSpPr>
          <p:cNvPr id="8" name="TextBox 7">
            <a:extLst>
              <a:ext uri="{FF2B5EF4-FFF2-40B4-BE49-F238E27FC236}">
                <a16:creationId xmlns:a16="http://schemas.microsoft.com/office/drawing/2014/main" id="{E49643E4-FC35-3696-178D-18BEF696D377}"/>
              </a:ext>
            </a:extLst>
          </p:cNvPr>
          <p:cNvSpPr txBox="1"/>
          <p:nvPr/>
        </p:nvSpPr>
        <p:spPr>
          <a:xfrm>
            <a:off x="5200584" y="3619627"/>
            <a:ext cx="839179" cy="369332"/>
          </a:xfrm>
          <a:prstGeom prst="rect">
            <a:avLst/>
          </a:prstGeom>
          <a:noFill/>
        </p:spPr>
        <p:txBody>
          <a:bodyPr wrap="square" rtlCol="0">
            <a:spAutoFit/>
          </a:bodyPr>
          <a:lstStyle/>
          <a:p>
            <a:r>
              <a:rPr lang="en-US" dirty="0"/>
              <a:t>GPT-4</a:t>
            </a:r>
          </a:p>
        </p:txBody>
      </p:sp>
      <p:sp>
        <p:nvSpPr>
          <p:cNvPr id="9" name="Arrow: Right 8">
            <a:extLst>
              <a:ext uri="{FF2B5EF4-FFF2-40B4-BE49-F238E27FC236}">
                <a16:creationId xmlns:a16="http://schemas.microsoft.com/office/drawing/2014/main" id="{5023BC8C-A693-0826-8C98-CB1C309AB345}"/>
              </a:ext>
            </a:extLst>
          </p:cNvPr>
          <p:cNvSpPr/>
          <p:nvPr/>
        </p:nvSpPr>
        <p:spPr>
          <a:xfrm>
            <a:off x="4194586" y="2756503"/>
            <a:ext cx="667519" cy="331365"/>
          </a:xfrm>
          <a:prstGeom prst="right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1" name="Diagram 10">
            <a:extLst>
              <a:ext uri="{FF2B5EF4-FFF2-40B4-BE49-F238E27FC236}">
                <a16:creationId xmlns:a16="http://schemas.microsoft.com/office/drawing/2014/main" id="{74BD309D-F5D7-6D22-8380-AE55CED4B44D}"/>
              </a:ext>
            </a:extLst>
          </p:cNvPr>
          <p:cNvGraphicFramePr/>
          <p:nvPr>
            <p:extLst>
              <p:ext uri="{D42A27DB-BD31-4B8C-83A1-F6EECF244321}">
                <p14:modId xmlns:p14="http://schemas.microsoft.com/office/powerpoint/2010/main" val="3436233383"/>
              </p:ext>
            </p:extLst>
          </p:nvPr>
        </p:nvGraphicFramePr>
        <p:xfrm>
          <a:off x="6558675" y="2798448"/>
          <a:ext cx="4858751" cy="251428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TextBox 11">
            <a:extLst>
              <a:ext uri="{FF2B5EF4-FFF2-40B4-BE49-F238E27FC236}">
                <a16:creationId xmlns:a16="http://schemas.microsoft.com/office/drawing/2014/main" id="{4F2948A1-FFC1-2446-BDF8-5362174FBF8A}"/>
              </a:ext>
            </a:extLst>
          </p:cNvPr>
          <p:cNvSpPr txBox="1"/>
          <p:nvPr/>
        </p:nvSpPr>
        <p:spPr>
          <a:xfrm>
            <a:off x="6501154" y="2387171"/>
            <a:ext cx="2273186" cy="369332"/>
          </a:xfrm>
          <a:prstGeom prst="rect">
            <a:avLst/>
          </a:prstGeom>
          <a:noFill/>
        </p:spPr>
        <p:txBody>
          <a:bodyPr wrap="none" rtlCol="0">
            <a:spAutoFit/>
          </a:bodyPr>
          <a:lstStyle/>
          <a:p>
            <a:r>
              <a:rPr lang="en-US" b="1" dirty="0">
                <a:solidFill>
                  <a:srgbClr val="002060"/>
                </a:solidFill>
              </a:rPr>
              <a:t>Baseline Weaknesses:</a:t>
            </a:r>
          </a:p>
        </p:txBody>
      </p:sp>
      <p:sp>
        <p:nvSpPr>
          <p:cNvPr id="13" name="TextBox 12">
            <a:extLst>
              <a:ext uri="{FF2B5EF4-FFF2-40B4-BE49-F238E27FC236}">
                <a16:creationId xmlns:a16="http://schemas.microsoft.com/office/drawing/2014/main" id="{F85D8D95-5DAC-8AB9-3BE9-69B36A72FE8E}"/>
              </a:ext>
            </a:extLst>
          </p:cNvPr>
          <p:cNvSpPr txBox="1"/>
          <p:nvPr/>
        </p:nvSpPr>
        <p:spPr>
          <a:xfrm>
            <a:off x="1097280" y="1812201"/>
            <a:ext cx="7007496" cy="369332"/>
          </a:xfrm>
          <a:prstGeom prst="rect">
            <a:avLst/>
          </a:prstGeom>
          <a:noFill/>
        </p:spPr>
        <p:txBody>
          <a:bodyPr wrap="none" rtlCol="0">
            <a:spAutoFit/>
          </a:bodyPr>
          <a:lstStyle/>
          <a:p>
            <a:r>
              <a:rPr lang="en-US" dirty="0">
                <a:solidFill>
                  <a:schemeClr val="accent2">
                    <a:lumMod val="50000"/>
                  </a:schemeClr>
                </a:solidFill>
              </a:rPr>
              <a:t>Prompt LLM to provide account prioritization score with lead data input. </a:t>
            </a:r>
          </a:p>
        </p:txBody>
      </p:sp>
    </p:spTree>
    <p:extLst>
      <p:ext uri="{BB962C8B-B14F-4D97-AF65-F5344CB8AC3E}">
        <p14:creationId xmlns:p14="http://schemas.microsoft.com/office/powerpoint/2010/main" val="24140564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DB130-A246-3A8A-98E1-B935EB07B8AB}"/>
              </a:ext>
            </a:extLst>
          </p:cNvPr>
          <p:cNvSpPr>
            <a:spLocks noGrp="1"/>
          </p:cNvSpPr>
          <p:nvPr>
            <p:ph type="title"/>
          </p:nvPr>
        </p:nvSpPr>
        <p:spPr/>
        <p:txBody>
          <a:bodyPr>
            <a:normAutofit/>
          </a:bodyPr>
          <a:lstStyle/>
          <a:p>
            <a:r>
              <a:rPr lang="en-US" sz="4400" dirty="0"/>
              <a:t>Addressing Historical Context</a:t>
            </a:r>
          </a:p>
        </p:txBody>
      </p:sp>
      <p:sp>
        <p:nvSpPr>
          <p:cNvPr id="7" name="TextBox 6">
            <a:extLst>
              <a:ext uri="{FF2B5EF4-FFF2-40B4-BE49-F238E27FC236}">
                <a16:creationId xmlns:a16="http://schemas.microsoft.com/office/drawing/2014/main" id="{7DB37686-3089-F147-A76B-E87E3257FBD1}"/>
              </a:ext>
            </a:extLst>
          </p:cNvPr>
          <p:cNvSpPr txBox="1"/>
          <p:nvPr/>
        </p:nvSpPr>
        <p:spPr>
          <a:xfrm>
            <a:off x="1228987" y="2473230"/>
            <a:ext cx="1243248" cy="1615827"/>
          </a:xfrm>
          <a:prstGeom prst="rect">
            <a:avLst/>
          </a:prstGeom>
          <a:solidFill>
            <a:schemeClr val="accent3">
              <a:lumMod val="20000"/>
              <a:lumOff val="80000"/>
            </a:schemeClr>
          </a:solidFill>
          <a:ln>
            <a:solidFill>
              <a:schemeClr val="tx1">
                <a:lumMod val="50000"/>
                <a:lumOff val="50000"/>
              </a:schemeClr>
            </a:solidFill>
          </a:ln>
        </p:spPr>
        <p:txBody>
          <a:bodyPr wrap="square" rtlCol="0">
            <a:spAutoFit/>
          </a:bodyPr>
          <a:lstStyle/>
          <a:p>
            <a:r>
              <a:rPr lang="en-US" sz="900" b="1" dirty="0"/>
              <a:t>Lead Account # 1234</a:t>
            </a:r>
          </a:p>
          <a:p>
            <a:endParaRPr lang="en-US" sz="900" dirty="0"/>
          </a:p>
          <a:p>
            <a:r>
              <a:rPr lang="en-US" sz="900" dirty="0"/>
              <a:t>Company Name</a:t>
            </a:r>
          </a:p>
          <a:p>
            <a:r>
              <a:rPr lang="en-US" sz="900" dirty="0"/>
              <a:t>Industry</a:t>
            </a:r>
          </a:p>
          <a:p>
            <a:r>
              <a:rPr lang="en-US" sz="900" dirty="0"/>
              <a:t>Deal Value</a:t>
            </a:r>
          </a:p>
          <a:p>
            <a:r>
              <a:rPr lang="en-US" sz="900" dirty="0"/>
              <a:t>Engagement Level</a:t>
            </a:r>
          </a:p>
          <a:p>
            <a:r>
              <a:rPr lang="en-US" sz="900" dirty="0"/>
              <a:t>Pipeline Stage</a:t>
            </a:r>
          </a:p>
          <a:p>
            <a:r>
              <a:rPr lang="en-US" sz="900" dirty="0"/>
              <a:t>Contact Seniority</a:t>
            </a:r>
          </a:p>
          <a:p>
            <a:r>
              <a:rPr lang="en-US" sz="900" dirty="0"/>
              <a:t>.</a:t>
            </a:r>
          </a:p>
          <a:p>
            <a:r>
              <a:rPr lang="en-US" sz="900" dirty="0"/>
              <a:t>.</a:t>
            </a:r>
          </a:p>
          <a:p>
            <a:r>
              <a:rPr lang="en-US" sz="900" dirty="0"/>
              <a:t>.</a:t>
            </a:r>
          </a:p>
        </p:txBody>
      </p:sp>
      <p:pic>
        <p:nvPicPr>
          <p:cNvPr id="8" name="Picture 2" descr="OpenAI introduces the next evolution of ChatGPT: GPT-4">
            <a:extLst>
              <a:ext uri="{FF2B5EF4-FFF2-40B4-BE49-F238E27FC236}">
                <a16:creationId xmlns:a16="http://schemas.microsoft.com/office/drawing/2014/main" id="{8B9EC15D-7899-89B9-CEF9-7A413DDFC96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9176" r="58981" b="14785"/>
          <a:stretch/>
        </p:blipFill>
        <p:spPr bwMode="auto">
          <a:xfrm>
            <a:off x="9343342" y="3938540"/>
            <a:ext cx="625883" cy="652643"/>
          </a:xfrm>
          <a:prstGeom prst="rect">
            <a:avLst/>
          </a:prstGeom>
          <a:noFill/>
          <a:extLst>
            <a:ext uri="{909E8E84-426E-40DD-AFC4-6F175D3DCCD1}">
              <a14:hiddenFill xmlns:a14="http://schemas.microsoft.com/office/drawing/2010/main">
                <a:solidFill>
                  <a:srgbClr val="FFFFFF"/>
                </a:solidFill>
              </a14:hiddenFill>
            </a:ext>
          </a:extLst>
        </p:spPr>
      </p:pic>
      <p:sp>
        <p:nvSpPr>
          <p:cNvPr id="9" name="Arrow: Right 8">
            <a:extLst>
              <a:ext uri="{FF2B5EF4-FFF2-40B4-BE49-F238E27FC236}">
                <a16:creationId xmlns:a16="http://schemas.microsoft.com/office/drawing/2014/main" id="{A81BDB31-D5C0-EE79-2EB3-7BFA6CF90601}"/>
              </a:ext>
            </a:extLst>
          </p:cNvPr>
          <p:cNvSpPr/>
          <p:nvPr/>
        </p:nvSpPr>
        <p:spPr>
          <a:xfrm>
            <a:off x="8240044" y="4127383"/>
            <a:ext cx="849737" cy="169507"/>
          </a:xfrm>
          <a:prstGeom prst="right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F6938E9-F4D9-A846-33B6-9E18CDEFBB73}"/>
              </a:ext>
            </a:extLst>
          </p:cNvPr>
          <p:cNvSpPr/>
          <p:nvPr/>
        </p:nvSpPr>
        <p:spPr>
          <a:xfrm>
            <a:off x="1228987" y="1837189"/>
            <a:ext cx="7621398" cy="385894"/>
          </a:xfrm>
          <a:prstGeom prst="rect">
            <a:avLst/>
          </a:prstGeom>
          <a:solidFill>
            <a:schemeClr val="accent3">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l"/>
            <a:r>
              <a:rPr lang="en-US" sz="1400" dirty="0"/>
              <a:t>1. Leverage LLM few-shot learning capabilities by providing the model with similar leads for reference </a:t>
            </a:r>
          </a:p>
        </p:txBody>
      </p:sp>
      <p:sp>
        <p:nvSpPr>
          <p:cNvPr id="14" name="TextBox 13">
            <a:extLst>
              <a:ext uri="{FF2B5EF4-FFF2-40B4-BE49-F238E27FC236}">
                <a16:creationId xmlns:a16="http://schemas.microsoft.com/office/drawing/2014/main" id="{82AFF67F-8C87-79C4-F5B9-436ABE5F66CB}"/>
              </a:ext>
            </a:extLst>
          </p:cNvPr>
          <p:cNvSpPr txBox="1"/>
          <p:nvPr/>
        </p:nvSpPr>
        <p:spPr>
          <a:xfrm>
            <a:off x="6727971" y="2396204"/>
            <a:ext cx="1243248" cy="1615827"/>
          </a:xfrm>
          <a:prstGeom prst="rect">
            <a:avLst/>
          </a:prstGeom>
          <a:solidFill>
            <a:schemeClr val="accent3">
              <a:lumMod val="20000"/>
              <a:lumOff val="80000"/>
            </a:schemeClr>
          </a:solidFill>
          <a:ln>
            <a:solidFill>
              <a:schemeClr val="tx1">
                <a:lumMod val="50000"/>
                <a:lumOff val="50000"/>
              </a:schemeClr>
            </a:solidFill>
          </a:ln>
        </p:spPr>
        <p:txBody>
          <a:bodyPr wrap="square" rtlCol="0">
            <a:spAutoFit/>
          </a:bodyPr>
          <a:lstStyle/>
          <a:p>
            <a:r>
              <a:rPr lang="en-US" sz="900" b="1" dirty="0"/>
              <a:t>Lead Account # 1234</a:t>
            </a:r>
          </a:p>
          <a:p>
            <a:endParaRPr lang="en-US" sz="900" dirty="0"/>
          </a:p>
          <a:p>
            <a:r>
              <a:rPr lang="en-US" sz="900" dirty="0"/>
              <a:t>Company Name</a:t>
            </a:r>
          </a:p>
          <a:p>
            <a:r>
              <a:rPr lang="en-US" sz="900" dirty="0"/>
              <a:t>Industry</a:t>
            </a:r>
          </a:p>
          <a:p>
            <a:r>
              <a:rPr lang="en-US" sz="900" dirty="0"/>
              <a:t>Deal Value</a:t>
            </a:r>
          </a:p>
          <a:p>
            <a:r>
              <a:rPr lang="en-US" sz="900" dirty="0"/>
              <a:t>Engagement Level</a:t>
            </a:r>
          </a:p>
          <a:p>
            <a:r>
              <a:rPr lang="en-US" sz="900" dirty="0"/>
              <a:t>Pipeline Stage</a:t>
            </a:r>
          </a:p>
          <a:p>
            <a:r>
              <a:rPr lang="en-US" sz="900" dirty="0"/>
              <a:t>Contact Seniority</a:t>
            </a:r>
          </a:p>
          <a:p>
            <a:r>
              <a:rPr lang="en-US" sz="900" dirty="0"/>
              <a:t>.</a:t>
            </a:r>
          </a:p>
          <a:p>
            <a:r>
              <a:rPr lang="en-US" sz="900" dirty="0"/>
              <a:t>.</a:t>
            </a:r>
          </a:p>
          <a:p>
            <a:r>
              <a:rPr lang="en-US" sz="900" dirty="0"/>
              <a:t>.</a:t>
            </a:r>
          </a:p>
        </p:txBody>
      </p:sp>
      <p:sp>
        <p:nvSpPr>
          <p:cNvPr id="15" name="Cylinder 14">
            <a:extLst>
              <a:ext uri="{FF2B5EF4-FFF2-40B4-BE49-F238E27FC236}">
                <a16:creationId xmlns:a16="http://schemas.microsoft.com/office/drawing/2014/main" id="{4C60E55D-F563-BCB3-12A5-9DAC9AA6D0D4}"/>
              </a:ext>
            </a:extLst>
          </p:cNvPr>
          <p:cNvSpPr/>
          <p:nvPr/>
        </p:nvSpPr>
        <p:spPr>
          <a:xfrm>
            <a:off x="1097280" y="4601362"/>
            <a:ext cx="1514213" cy="1367406"/>
          </a:xfrm>
          <a:prstGeom prst="can">
            <a:avLst/>
          </a:prstGeom>
          <a:solidFill>
            <a:schemeClr val="bg1">
              <a:lumMod val="65000"/>
            </a:schemeClr>
          </a:solidFill>
          <a:ln>
            <a:solidFill>
              <a:srgbClr val="002060"/>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t>Closed Leads</a:t>
            </a:r>
          </a:p>
        </p:txBody>
      </p:sp>
      <p:sp>
        <p:nvSpPr>
          <p:cNvPr id="16" name="Rectangle 15">
            <a:extLst>
              <a:ext uri="{FF2B5EF4-FFF2-40B4-BE49-F238E27FC236}">
                <a16:creationId xmlns:a16="http://schemas.microsoft.com/office/drawing/2014/main" id="{CC1FB4B1-0031-8C27-AC50-5DD7391364D8}"/>
              </a:ext>
            </a:extLst>
          </p:cNvPr>
          <p:cNvSpPr/>
          <p:nvPr/>
        </p:nvSpPr>
        <p:spPr>
          <a:xfrm>
            <a:off x="3144474" y="3911477"/>
            <a:ext cx="1413546" cy="515922"/>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Feature Distance Calculation</a:t>
            </a:r>
          </a:p>
        </p:txBody>
      </p:sp>
      <p:sp>
        <p:nvSpPr>
          <p:cNvPr id="17" name="TextBox 16">
            <a:extLst>
              <a:ext uri="{FF2B5EF4-FFF2-40B4-BE49-F238E27FC236}">
                <a16:creationId xmlns:a16="http://schemas.microsoft.com/office/drawing/2014/main" id="{69A44F51-8932-ED7A-9E52-09703C8C3E23}"/>
              </a:ext>
            </a:extLst>
          </p:cNvPr>
          <p:cNvSpPr txBox="1"/>
          <p:nvPr/>
        </p:nvSpPr>
        <p:spPr>
          <a:xfrm>
            <a:off x="10065543" y="6057723"/>
            <a:ext cx="2180273" cy="276999"/>
          </a:xfrm>
          <a:prstGeom prst="rect">
            <a:avLst/>
          </a:prstGeom>
          <a:noFill/>
        </p:spPr>
        <p:txBody>
          <a:bodyPr wrap="square" rtlCol="0">
            <a:spAutoFit/>
          </a:bodyPr>
          <a:lstStyle/>
          <a:p>
            <a:r>
              <a:rPr lang="en-US" sz="600" dirty="0"/>
              <a:t>Mathur et al. (2023). In-Context Learning with GPT-4 for Medical Summarization. </a:t>
            </a:r>
            <a:r>
              <a:rPr lang="en-US" sz="600" dirty="0" err="1"/>
              <a:t>arXiv</a:t>
            </a:r>
            <a:r>
              <a:rPr lang="en-US" sz="600" dirty="0"/>
              <a:t>. </a:t>
            </a:r>
            <a:r>
              <a:rPr lang="en-US" sz="600" dirty="0">
                <a:effectLst/>
                <a:hlinkClick r:id="rId3">
                  <a:extLst>
                    <a:ext uri="{A12FA001-AC4F-418D-AE19-62706E023703}">
                      <ahyp:hlinkClr xmlns:ahyp="http://schemas.microsoft.com/office/drawing/2018/hyperlinkcolor" val="tx"/>
                    </a:ext>
                  </a:extLst>
                </a:hlinkClick>
              </a:rPr>
              <a:t>https://arxiv.org/abs/2306.17384</a:t>
            </a:r>
            <a:endParaRPr lang="en-US" sz="600" dirty="0"/>
          </a:p>
        </p:txBody>
      </p:sp>
      <p:sp>
        <p:nvSpPr>
          <p:cNvPr id="18" name="TextBox 17">
            <a:extLst>
              <a:ext uri="{FF2B5EF4-FFF2-40B4-BE49-F238E27FC236}">
                <a16:creationId xmlns:a16="http://schemas.microsoft.com/office/drawing/2014/main" id="{3846637A-93A6-AC42-83B8-37EB244FEB44}"/>
              </a:ext>
            </a:extLst>
          </p:cNvPr>
          <p:cNvSpPr txBox="1"/>
          <p:nvPr/>
        </p:nvSpPr>
        <p:spPr>
          <a:xfrm>
            <a:off x="6733844" y="4339204"/>
            <a:ext cx="1243248" cy="1615827"/>
          </a:xfrm>
          <a:prstGeom prst="rect">
            <a:avLst/>
          </a:prstGeom>
          <a:solidFill>
            <a:schemeClr val="bg1">
              <a:lumMod val="75000"/>
            </a:schemeClr>
          </a:solidFill>
          <a:ln>
            <a:solidFill>
              <a:schemeClr val="tx1">
                <a:lumMod val="50000"/>
                <a:lumOff val="50000"/>
              </a:schemeClr>
            </a:solidFill>
          </a:ln>
        </p:spPr>
        <p:txBody>
          <a:bodyPr wrap="square" rtlCol="0">
            <a:spAutoFit/>
          </a:bodyPr>
          <a:lstStyle/>
          <a:p>
            <a:r>
              <a:rPr lang="en-US" sz="900" b="1" dirty="0"/>
              <a:t>Lead Account # 6435</a:t>
            </a:r>
          </a:p>
          <a:p>
            <a:endParaRPr lang="en-US" sz="900" dirty="0"/>
          </a:p>
          <a:p>
            <a:r>
              <a:rPr lang="en-US" sz="900" dirty="0"/>
              <a:t>Company Name</a:t>
            </a:r>
          </a:p>
          <a:p>
            <a:r>
              <a:rPr lang="en-US" sz="900" dirty="0"/>
              <a:t>Industry</a:t>
            </a:r>
          </a:p>
          <a:p>
            <a:r>
              <a:rPr lang="en-US" sz="900" dirty="0"/>
              <a:t>Deal Value</a:t>
            </a:r>
          </a:p>
          <a:p>
            <a:r>
              <a:rPr lang="en-US" sz="900" dirty="0"/>
              <a:t>Engagement Level</a:t>
            </a:r>
          </a:p>
          <a:p>
            <a:r>
              <a:rPr lang="en-US" sz="900" dirty="0"/>
              <a:t>Pipeline Stage</a:t>
            </a:r>
          </a:p>
          <a:p>
            <a:r>
              <a:rPr lang="en-US" sz="900" dirty="0"/>
              <a:t>Contact Seniority</a:t>
            </a:r>
          </a:p>
          <a:p>
            <a:r>
              <a:rPr lang="en-US" sz="900" dirty="0"/>
              <a:t>.</a:t>
            </a:r>
          </a:p>
          <a:p>
            <a:r>
              <a:rPr lang="en-US" sz="900" dirty="0"/>
              <a:t>.</a:t>
            </a:r>
          </a:p>
          <a:p>
            <a:r>
              <a:rPr lang="en-US" sz="900" dirty="0"/>
              <a:t>.</a:t>
            </a:r>
          </a:p>
        </p:txBody>
      </p:sp>
      <p:sp>
        <p:nvSpPr>
          <p:cNvPr id="19" name="TextBox 18">
            <a:extLst>
              <a:ext uri="{FF2B5EF4-FFF2-40B4-BE49-F238E27FC236}">
                <a16:creationId xmlns:a16="http://schemas.microsoft.com/office/drawing/2014/main" id="{07686BB4-0B99-9467-1800-4C183A1FA043}"/>
              </a:ext>
            </a:extLst>
          </p:cNvPr>
          <p:cNvSpPr txBox="1"/>
          <p:nvPr/>
        </p:nvSpPr>
        <p:spPr>
          <a:xfrm>
            <a:off x="6609686" y="4422629"/>
            <a:ext cx="1243248" cy="1615827"/>
          </a:xfrm>
          <a:prstGeom prst="rect">
            <a:avLst/>
          </a:prstGeom>
          <a:solidFill>
            <a:schemeClr val="bg1">
              <a:lumMod val="75000"/>
            </a:schemeClr>
          </a:solidFill>
          <a:ln>
            <a:solidFill>
              <a:schemeClr val="tx1">
                <a:lumMod val="50000"/>
                <a:lumOff val="50000"/>
              </a:schemeClr>
            </a:solidFill>
          </a:ln>
        </p:spPr>
        <p:txBody>
          <a:bodyPr wrap="square" rtlCol="0">
            <a:spAutoFit/>
          </a:bodyPr>
          <a:lstStyle/>
          <a:p>
            <a:r>
              <a:rPr lang="en-US" sz="900" b="1" dirty="0"/>
              <a:t>Lead Account # 8654</a:t>
            </a:r>
          </a:p>
          <a:p>
            <a:endParaRPr lang="en-US" sz="900" dirty="0"/>
          </a:p>
          <a:p>
            <a:r>
              <a:rPr lang="en-US" sz="900" dirty="0"/>
              <a:t>Company Name</a:t>
            </a:r>
          </a:p>
          <a:p>
            <a:r>
              <a:rPr lang="en-US" sz="900" dirty="0"/>
              <a:t>Industry</a:t>
            </a:r>
          </a:p>
          <a:p>
            <a:r>
              <a:rPr lang="en-US" sz="900" dirty="0"/>
              <a:t>Deal Value</a:t>
            </a:r>
          </a:p>
          <a:p>
            <a:r>
              <a:rPr lang="en-US" sz="900" dirty="0"/>
              <a:t>Engagement Level</a:t>
            </a:r>
          </a:p>
          <a:p>
            <a:r>
              <a:rPr lang="en-US" sz="900" dirty="0"/>
              <a:t>Pipeline Stage</a:t>
            </a:r>
          </a:p>
          <a:p>
            <a:r>
              <a:rPr lang="en-US" sz="900" dirty="0"/>
              <a:t>Contact Seniority</a:t>
            </a:r>
          </a:p>
          <a:p>
            <a:r>
              <a:rPr lang="en-US" sz="900" dirty="0"/>
              <a:t>.</a:t>
            </a:r>
          </a:p>
          <a:p>
            <a:r>
              <a:rPr lang="en-US" sz="900" dirty="0"/>
              <a:t>.</a:t>
            </a:r>
          </a:p>
          <a:p>
            <a:r>
              <a:rPr lang="en-US" sz="900" dirty="0"/>
              <a:t>.</a:t>
            </a:r>
          </a:p>
        </p:txBody>
      </p:sp>
      <p:sp>
        <p:nvSpPr>
          <p:cNvPr id="20" name="TextBox 19">
            <a:extLst>
              <a:ext uri="{FF2B5EF4-FFF2-40B4-BE49-F238E27FC236}">
                <a16:creationId xmlns:a16="http://schemas.microsoft.com/office/drawing/2014/main" id="{9263F67B-4941-1F9E-439E-C14C5CB38AAC}"/>
              </a:ext>
            </a:extLst>
          </p:cNvPr>
          <p:cNvSpPr txBox="1"/>
          <p:nvPr/>
        </p:nvSpPr>
        <p:spPr>
          <a:xfrm>
            <a:off x="6485528" y="4506054"/>
            <a:ext cx="1243248" cy="1615827"/>
          </a:xfrm>
          <a:prstGeom prst="rect">
            <a:avLst/>
          </a:prstGeom>
          <a:solidFill>
            <a:schemeClr val="bg1">
              <a:lumMod val="75000"/>
            </a:schemeClr>
          </a:solidFill>
          <a:ln>
            <a:solidFill>
              <a:schemeClr val="tx1">
                <a:lumMod val="50000"/>
                <a:lumOff val="50000"/>
              </a:schemeClr>
            </a:solidFill>
          </a:ln>
        </p:spPr>
        <p:txBody>
          <a:bodyPr wrap="square" rtlCol="0">
            <a:spAutoFit/>
          </a:bodyPr>
          <a:lstStyle/>
          <a:p>
            <a:r>
              <a:rPr lang="en-US" sz="900" b="1" dirty="0"/>
              <a:t>Lead Account # 1746</a:t>
            </a:r>
          </a:p>
          <a:p>
            <a:endParaRPr lang="en-US" sz="900" dirty="0"/>
          </a:p>
          <a:p>
            <a:r>
              <a:rPr lang="en-US" sz="900" dirty="0"/>
              <a:t>Company Name</a:t>
            </a:r>
          </a:p>
          <a:p>
            <a:r>
              <a:rPr lang="en-US" sz="900" dirty="0"/>
              <a:t>Industry</a:t>
            </a:r>
          </a:p>
          <a:p>
            <a:r>
              <a:rPr lang="en-US" sz="900" dirty="0"/>
              <a:t>Deal Value</a:t>
            </a:r>
          </a:p>
          <a:p>
            <a:r>
              <a:rPr lang="en-US" sz="900" dirty="0"/>
              <a:t>Engagement Level</a:t>
            </a:r>
          </a:p>
          <a:p>
            <a:r>
              <a:rPr lang="en-US" sz="900" dirty="0"/>
              <a:t>Pipeline Stage</a:t>
            </a:r>
          </a:p>
          <a:p>
            <a:r>
              <a:rPr lang="en-US" sz="900" dirty="0"/>
              <a:t>Contact Seniority</a:t>
            </a:r>
          </a:p>
          <a:p>
            <a:r>
              <a:rPr lang="en-US" sz="900" dirty="0"/>
              <a:t>.</a:t>
            </a:r>
          </a:p>
          <a:p>
            <a:r>
              <a:rPr lang="en-US" sz="900" dirty="0"/>
              <a:t>.</a:t>
            </a:r>
          </a:p>
          <a:p>
            <a:r>
              <a:rPr lang="en-US" sz="900" dirty="0"/>
              <a:t>.</a:t>
            </a:r>
          </a:p>
        </p:txBody>
      </p:sp>
      <p:sp>
        <p:nvSpPr>
          <p:cNvPr id="21" name="TextBox 20">
            <a:extLst>
              <a:ext uri="{FF2B5EF4-FFF2-40B4-BE49-F238E27FC236}">
                <a16:creationId xmlns:a16="http://schemas.microsoft.com/office/drawing/2014/main" id="{BB868F45-8048-F8E9-2258-1F611C655AF3}"/>
              </a:ext>
            </a:extLst>
          </p:cNvPr>
          <p:cNvSpPr txBox="1"/>
          <p:nvPr/>
        </p:nvSpPr>
        <p:spPr>
          <a:xfrm>
            <a:off x="6361370" y="4580396"/>
            <a:ext cx="1243248" cy="1615827"/>
          </a:xfrm>
          <a:prstGeom prst="rect">
            <a:avLst/>
          </a:prstGeom>
          <a:solidFill>
            <a:schemeClr val="bg1">
              <a:lumMod val="75000"/>
            </a:schemeClr>
          </a:solidFill>
          <a:ln>
            <a:solidFill>
              <a:schemeClr val="tx1">
                <a:lumMod val="50000"/>
                <a:lumOff val="50000"/>
              </a:schemeClr>
            </a:solidFill>
          </a:ln>
        </p:spPr>
        <p:txBody>
          <a:bodyPr wrap="square" rtlCol="0">
            <a:spAutoFit/>
          </a:bodyPr>
          <a:lstStyle/>
          <a:p>
            <a:r>
              <a:rPr lang="en-US" sz="900" b="1" dirty="0"/>
              <a:t>Lead Account # 1746</a:t>
            </a:r>
          </a:p>
          <a:p>
            <a:endParaRPr lang="en-US" sz="900" dirty="0"/>
          </a:p>
          <a:p>
            <a:r>
              <a:rPr lang="en-US" sz="900" dirty="0"/>
              <a:t>Company Name</a:t>
            </a:r>
          </a:p>
          <a:p>
            <a:r>
              <a:rPr lang="en-US" sz="900" dirty="0"/>
              <a:t>Industry</a:t>
            </a:r>
          </a:p>
          <a:p>
            <a:r>
              <a:rPr lang="en-US" sz="900" dirty="0"/>
              <a:t>Deal Value</a:t>
            </a:r>
          </a:p>
          <a:p>
            <a:r>
              <a:rPr lang="en-US" sz="900" dirty="0"/>
              <a:t>Engagement Level</a:t>
            </a:r>
          </a:p>
          <a:p>
            <a:r>
              <a:rPr lang="en-US" sz="900" dirty="0"/>
              <a:t>Pipeline Stage</a:t>
            </a:r>
          </a:p>
          <a:p>
            <a:r>
              <a:rPr lang="en-US" sz="900" dirty="0"/>
              <a:t>Contact Seniority</a:t>
            </a:r>
          </a:p>
          <a:p>
            <a:r>
              <a:rPr lang="en-US" sz="900" dirty="0"/>
              <a:t>.</a:t>
            </a:r>
          </a:p>
          <a:p>
            <a:r>
              <a:rPr lang="en-US" sz="900" dirty="0"/>
              <a:t>.</a:t>
            </a:r>
          </a:p>
          <a:p>
            <a:r>
              <a:rPr lang="en-US" sz="900" dirty="0"/>
              <a:t>.</a:t>
            </a:r>
          </a:p>
        </p:txBody>
      </p:sp>
      <p:sp>
        <p:nvSpPr>
          <p:cNvPr id="22" name="TextBox 21">
            <a:extLst>
              <a:ext uri="{FF2B5EF4-FFF2-40B4-BE49-F238E27FC236}">
                <a16:creationId xmlns:a16="http://schemas.microsoft.com/office/drawing/2014/main" id="{10E30E38-447B-3A15-E4BC-2D349BD55B98}"/>
              </a:ext>
            </a:extLst>
          </p:cNvPr>
          <p:cNvSpPr txBox="1"/>
          <p:nvPr/>
        </p:nvSpPr>
        <p:spPr>
          <a:xfrm>
            <a:off x="6237212" y="4662682"/>
            <a:ext cx="1243248" cy="1615827"/>
          </a:xfrm>
          <a:prstGeom prst="rect">
            <a:avLst/>
          </a:prstGeom>
          <a:solidFill>
            <a:schemeClr val="bg1">
              <a:lumMod val="75000"/>
            </a:schemeClr>
          </a:solidFill>
          <a:ln>
            <a:solidFill>
              <a:schemeClr val="tx1">
                <a:lumMod val="50000"/>
                <a:lumOff val="50000"/>
              </a:schemeClr>
            </a:solidFill>
          </a:ln>
        </p:spPr>
        <p:txBody>
          <a:bodyPr wrap="square" rtlCol="0">
            <a:spAutoFit/>
          </a:bodyPr>
          <a:lstStyle/>
          <a:p>
            <a:r>
              <a:rPr lang="en-US" sz="900" b="1" dirty="0"/>
              <a:t>Lead Account # 9653</a:t>
            </a:r>
          </a:p>
          <a:p>
            <a:endParaRPr lang="en-US" sz="900" dirty="0"/>
          </a:p>
          <a:p>
            <a:r>
              <a:rPr lang="en-US" sz="900" dirty="0"/>
              <a:t>Company Name</a:t>
            </a:r>
          </a:p>
          <a:p>
            <a:r>
              <a:rPr lang="en-US" sz="900" dirty="0"/>
              <a:t>Industry</a:t>
            </a:r>
          </a:p>
          <a:p>
            <a:r>
              <a:rPr lang="en-US" sz="900" dirty="0"/>
              <a:t>Deal Value</a:t>
            </a:r>
          </a:p>
          <a:p>
            <a:r>
              <a:rPr lang="en-US" sz="900" dirty="0"/>
              <a:t>Engagement Level</a:t>
            </a:r>
          </a:p>
          <a:p>
            <a:r>
              <a:rPr lang="en-US" sz="900" dirty="0"/>
              <a:t>Pipeline Stage</a:t>
            </a:r>
          </a:p>
          <a:p>
            <a:r>
              <a:rPr lang="en-US" sz="900" dirty="0"/>
              <a:t>Contact Seniority</a:t>
            </a:r>
          </a:p>
          <a:p>
            <a:r>
              <a:rPr lang="en-US" sz="900" dirty="0"/>
              <a:t>.</a:t>
            </a:r>
          </a:p>
          <a:p>
            <a:r>
              <a:rPr lang="en-US" sz="900" dirty="0"/>
              <a:t>.</a:t>
            </a:r>
          </a:p>
          <a:p>
            <a:r>
              <a:rPr lang="en-US" sz="900" b="1" dirty="0">
                <a:highlight>
                  <a:srgbClr val="FFFF00"/>
                </a:highlight>
              </a:rPr>
              <a:t>Conversation Status</a:t>
            </a:r>
          </a:p>
        </p:txBody>
      </p:sp>
      <p:sp>
        <p:nvSpPr>
          <p:cNvPr id="24" name="Plus Sign 23">
            <a:extLst>
              <a:ext uri="{FF2B5EF4-FFF2-40B4-BE49-F238E27FC236}">
                <a16:creationId xmlns:a16="http://schemas.microsoft.com/office/drawing/2014/main" id="{B649F85A-50D1-8347-C4AD-BC3C64C4DD3F}"/>
              </a:ext>
            </a:extLst>
          </p:cNvPr>
          <p:cNvSpPr/>
          <p:nvPr/>
        </p:nvSpPr>
        <p:spPr>
          <a:xfrm>
            <a:off x="7178454" y="4049564"/>
            <a:ext cx="224827" cy="215298"/>
          </a:xfrm>
          <a:prstGeom prst="mathPlus">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6983F820-BE79-B4FA-0C3B-2EE521BD9217}"/>
              </a:ext>
            </a:extLst>
          </p:cNvPr>
          <p:cNvSpPr txBox="1"/>
          <p:nvPr/>
        </p:nvSpPr>
        <p:spPr>
          <a:xfrm>
            <a:off x="8005894" y="2978885"/>
            <a:ext cx="2957119" cy="954107"/>
          </a:xfrm>
          <a:prstGeom prst="rect">
            <a:avLst/>
          </a:prstGeom>
          <a:noFill/>
        </p:spPr>
        <p:txBody>
          <a:bodyPr wrap="square" rtlCol="0">
            <a:spAutoFit/>
          </a:bodyPr>
          <a:lstStyle/>
          <a:p>
            <a:r>
              <a:rPr lang="en-US" sz="1400" dirty="0"/>
              <a:t>Prompt: “Provide a lead priority score for this lead based …</a:t>
            </a:r>
          </a:p>
          <a:p>
            <a:r>
              <a:rPr lang="en-US" sz="1400" dirty="0"/>
              <a:t>… Use the </a:t>
            </a:r>
            <a:r>
              <a:rPr lang="en-US" sz="1400" dirty="0" err="1"/>
              <a:t>comparables</a:t>
            </a:r>
            <a:r>
              <a:rPr lang="en-US" sz="1400" dirty="0"/>
              <a:t> and broader sales knowledge”</a:t>
            </a:r>
          </a:p>
        </p:txBody>
      </p:sp>
      <p:cxnSp>
        <p:nvCxnSpPr>
          <p:cNvPr id="31" name="Connector: Elbow 30">
            <a:extLst>
              <a:ext uri="{FF2B5EF4-FFF2-40B4-BE49-F238E27FC236}">
                <a16:creationId xmlns:a16="http://schemas.microsoft.com/office/drawing/2014/main" id="{C0E2E505-EB87-EF23-0554-BEEC0A990821}"/>
              </a:ext>
            </a:extLst>
          </p:cNvPr>
          <p:cNvCxnSpPr>
            <a:stCxn id="7" idx="3"/>
            <a:endCxn id="16" idx="1"/>
          </p:cNvCxnSpPr>
          <p:nvPr/>
        </p:nvCxnSpPr>
        <p:spPr>
          <a:xfrm>
            <a:off x="2472235" y="3281144"/>
            <a:ext cx="672239" cy="888294"/>
          </a:xfrm>
          <a:prstGeom prst="bentConnector3">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Connector: Elbow 32">
            <a:extLst>
              <a:ext uri="{FF2B5EF4-FFF2-40B4-BE49-F238E27FC236}">
                <a16:creationId xmlns:a16="http://schemas.microsoft.com/office/drawing/2014/main" id="{0B43AA23-C596-9CDA-E591-93F19001891E}"/>
              </a:ext>
            </a:extLst>
          </p:cNvPr>
          <p:cNvCxnSpPr>
            <a:stCxn id="15" idx="4"/>
            <a:endCxn id="16" idx="1"/>
          </p:cNvCxnSpPr>
          <p:nvPr/>
        </p:nvCxnSpPr>
        <p:spPr>
          <a:xfrm flipV="1">
            <a:off x="2611493" y="4169438"/>
            <a:ext cx="532981" cy="1115627"/>
          </a:xfrm>
          <a:prstGeom prst="bentConnector3">
            <a:avLst>
              <a:gd name="adj1" fmla="val 35047"/>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64E22E7D-C109-521F-FF7F-C9A63247C4BA}"/>
              </a:ext>
            </a:extLst>
          </p:cNvPr>
          <p:cNvSpPr txBox="1"/>
          <p:nvPr/>
        </p:nvSpPr>
        <p:spPr>
          <a:xfrm>
            <a:off x="9290217" y="4610317"/>
            <a:ext cx="839179" cy="369332"/>
          </a:xfrm>
          <a:prstGeom prst="rect">
            <a:avLst/>
          </a:prstGeom>
          <a:noFill/>
        </p:spPr>
        <p:txBody>
          <a:bodyPr wrap="square" rtlCol="0">
            <a:spAutoFit/>
          </a:bodyPr>
          <a:lstStyle/>
          <a:p>
            <a:r>
              <a:rPr lang="en-US" dirty="0"/>
              <a:t>GPT-4</a:t>
            </a:r>
          </a:p>
        </p:txBody>
      </p:sp>
      <p:cxnSp>
        <p:nvCxnSpPr>
          <p:cNvPr id="37" name="Straight Arrow Connector 36">
            <a:extLst>
              <a:ext uri="{FF2B5EF4-FFF2-40B4-BE49-F238E27FC236}">
                <a16:creationId xmlns:a16="http://schemas.microsoft.com/office/drawing/2014/main" id="{0B4D0EA9-4A86-9C3F-E28E-16320DA8D87A}"/>
              </a:ext>
            </a:extLst>
          </p:cNvPr>
          <p:cNvCxnSpPr>
            <a:cxnSpLocks/>
            <a:stCxn id="16" idx="3"/>
          </p:cNvCxnSpPr>
          <p:nvPr/>
        </p:nvCxnSpPr>
        <p:spPr>
          <a:xfrm flipV="1">
            <a:off x="4558020" y="4168026"/>
            <a:ext cx="2023722" cy="1412"/>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4114B51A-61E3-E394-5518-BD8FB9E7AE0B}"/>
              </a:ext>
            </a:extLst>
          </p:cNvPr>
          <p:cNvSpPr/>
          <p:nvPr/>
        </p:nvSpPr>
        <p:spPr>
          <a:xfrm>
            <a:off x="7223741" y="5750955"/>
            <a:ext cx="1119930" cy="230697"/>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Results Known</a:t>
            </a:r>
          </a:p>
        </p:txBody>
      </p:sp>
      <p:sp>
        <p:nvSpPr>
          <p:cNvPr id="43" name="Rectangle 42">
            <a:extLst>
              <a:ext uri="{FF2B5EF4-FFF2-40B4-BE49-F238E27FC236}">
                <a16:creationId xmlns:a16="http://schemas.microsoft.com/office/drawing/2014/main" id="{39ACEC34-070A-803C-6020-FE788093AAE1}"/>
              </a:ext>
            </a:extLst>
          </p:cNvPr>
          <p:cNvSpPr/>
          <p:nvPr/>
        </p:nvSpPr>
        <p:spPr>
          <a:xfrm>
            <a:off x="10129396" y="3794453"/>
            <a:ext cx="1119930" cy="28986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In-Context Learning</a:t>
            </a:r>
          </a:p>
        </p:txBody>
      </p:sp>
      <p:sp>
        <p:nvSpPr>
          <p:cNvPr id="44" name="Rectangle 43">
            <a:extLst>
              <a:ext uri="{FF2B5EF4-FFF2-40B4-BE49-F238E27FC236}">
                <a16:creationId xmlns:a16="http://schemas.microsoft.com/office/drawing/2014/main" id="{F6C5BBB2-123B-9876-10E0-381EBC7956D7}"/>
              </a:ext>
            </a:extLst>
          </p:cNvPr>
          <p:cNvSpPr/>
          <p:nvPr/>
        </p:nvSpPr>
        <p:spPr>
          <a:xfrm>
            <a:off x="4816130" y="3689259"/>
            <a:ext cx="1283236" cy="360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Get top k=5 most similar closed leads</a:t>
            </a:r>
          </a:p>
        </p:txBody>
      </p:sp>
      <p:sp>
        <p:nvSpPr>
          <p:cNvPr id="45" name="TextBox 44">
            <a:extLst>
              <a:ext uri="{FF2B5EF4-FFF2-40B4-BE49-F238E27FC236}">
                <a16:creationId xmlns:a16="http://schemas.microsoft.com/office/drawing/2014/main" id="{4EC61A22-0888-A0F9-F6AD-E261C61943AB}"/>
              </a:ext>
            </a:extLst>
          </p:cNvPr>
          <p:cNvSpPr txBox="1"/>
          <p:nvPr/>
        </p:nvSpPr>
        <p:spPr>
          <a:xfrm>
            <a:off x="3124818" y="4405001"/>
            <a:ext cx="1547218" cy="253916"/>
          </a:xfrm>
          <a:prstGeom prst="rect">
            <a:avLst/>
          </a:prstGeom>
          <a:noFill/>
        </p:spPr>
        <p:txBody>
          <a:bodyPr wrap="none" rtlCol="0">
            <a:spAutoFit/>
          </a:bodyPr>
          <a:lstStyle/>
          <a:p>
            <a:r>
              <a:rPr lang="en-US" sz="1050" dirty="0"/>
              <a:t>e.g. </a:t>
            </a:r>
            <a:r>
              <a:rPr lang="en-US" sz="1050" dirty="0" err="1"/>
              <a:t>Mahalanobis</a:t>
            </a:r>
            <a:r>
              <a:rPr lang="en-US" sz="1050" dirty="0"/>
              <a:t>, Gower</a:t>
            </a:r>
          </a:p>
        </p:txBody>
      </p:sp>
    </p:spTree>
    <p:extLst>
      <p:ext uri="{BB962C8B-B14F-4D97-AF65-F5344CB8AC3E}">
        <p14:creationId xmlns:p14="http://schemas.microsoft.com/office/powerpoint/2010/main" val="30946948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507C5A-80AD-5A83-89CD-50E78B4F14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31F286-847E-6837-02F6-D99E70BE6154}"/>
              </a:ext>
            </a:extLst>
          </p:cNvPr>
          <p:cNvSpPr>
            <a:spLocks noGrp="1"/>
          </p:cNvSpPr>
          <p:nvPr>
            <p:ph type="title"/>
          </p:nvPr>
        </p:nvSpPr>
        <p:spPr/>
        <p:txBody>
          <a:bodyPr>
            <a:normAutofit/>
          </a:bodyPr>
          <a:lstStyle/>
          <a:p>
            <a:r>
              <a:rPr lang="en-US" sz="4400" dirty="0"/>
              <a:t>Addressing temporal detail - Snapshot histories to capture nuance</a:t>
            </a:r>
          </a:p>
        </p:txBody>
      </p:sp>
      <p:sp>
        <p:nvSpPr>
          <p:cNvPr id="7" name="TextBox 6">
            <a:extLst>
              <a:ext uri="{FF2B5EF4-FFF2-40B4-BE49-F238E27FC236}">
                <a16:creationId xmlns:a16="http://schemas.microsoft.com/office/drawing/2014/main" id="{F62C231F-B62C-1978-F9BD-2223E7A21DA8}"/>
              </a:ext>
            </a:extLst>
          </p:cNvPr>
          <p:cNvSpPr txBox="1"/>
          <p:nvPr/>
        </p:nvSpPr>
        <p:spPr>
          <a:xfrm>
            <a:off x="8660550" y="2346831"/>
            <a:ext cx="1243248" cy="1615827"/>
          </a:xfrm>
          <a:prstGeom prst="rect">
            <a:avLst/>
          </a:prstGeom>
          <a:solidFill>
            <a:srgbClr val="D4F5F7"/>
          </a:solidFill>
          <a:ln>
            <a:solidFill>
              <a:schemeClr val="tx1">
                <a:lumMod val="50000"/>
                <a:lumOff val="50000"/>
              </a:schemeClr>
            </a:solidFill>
          </a:ln>
        </p:spPr>
        <p:txBody>
          <a:bodyPr wrap="square" rtlCol="0">
            <a:spAutoFit/>
          </a:bodyPr>
          <a:lstStyle/>
          <a:p>
            <a:r>
              <a:rPr lang="en-US" sz="900" b="1" dirty="0"/>
              <a:t>Lead Account # 1234</a:t>
            </a:r>
          </a:p>
          <a:p>
            <a:endParaRPr lang="en-US" sz="900" dirty="0"/>
          </a:p>
          <a:p>
            <a:r>
              <a:rPr lang="en-US" sz="900" dirty="0"/>
              <a:t>Company Name</a:t>
            </a:r>
          </a:p>
          <a:p>
            <a:r>
              <a:rPr lang="en-US" sz="900" dirty="0"/>
              <a:t>Industry</a:t>
            </a:r>
          </a:p>
          <a:p>
            <a:r>
              <a:rPr lang="en-US" sz="900" dirty="0"/>
              <a:t>Deal Value</a:t>
            </a:r>
          </a:p>
          <a:p>
            <a:r>
              <a:rPr lang="en-US" sz="900" dirty="0"/>
              <a:t>Engagement Level</a:t>
            </a:r>
          </a:p>
          <a:p>
            <a:r>
              <a:rPr lang="en-US" sz="900" dirty="0"/>
              <a:t>Pipeline Stage</a:t>
            </a:r>
          </a:p>
          <a:p>
            <a:r>
              <a:rPr lang="en-US" sz="900" dirty="0"/>
              <a:t>Contact Seniority</a:t>
            </a:r>
          </a:p>
          <a:p>
            <a:r>
              <a:rPr lang="en-US" sz="900" dirty="0"/>
              <a:t>.</a:t>
            </a:r>
          </a:p>
          <a:p>
            <a:r>
              <a:rPr lang="en-US" sz="900" dirty="0"/>
              <a:t>.</a:t>
            </a:r>
          </a:p>
          <a:p>
            <a:r>
              <a:rPr lang="en-US" sz="900" dirty="0"/>
              <a:t>.</a:t>
            </a:r>
          </a:p>
        </p:txBody>
      </p:sp>
      <p:sp>
        <p:nvSpPr>
          <p:cNvPr id="13" name="Rectangle 12">
            <a:extLst>
              <a:ext uri="{FF2B5EF4-FFF2-40B4-BE49-F238E27FC236}">
                <a16:creationId xmlns:a16="http://schemas.microsoft.com/office/drawing/2014/main" id="{2592DAB3-2765-AB94-6491-EB9A1630844A}"/>
              </a:ext>
            </a:extLst>
          </p:cNvPr>
          <p:cNvSpPr/>
          <p:nvPr/>
        </p:nvSpPr>
        <p:spPr>
          <a:xfrm>
            <a:off x="1228987" y="1796715"/>
            <a:ext cx="7621398" cy="385894"/>
          </a:xfrm>
          <a:prstGeom prst="rect">
            <a:avLst/>
          </a:prstGeom>
          <a:solidFill>
            <a:schemeClr val="accent3">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l"/>
            <a:r>
              <a:rPr lang="en-US" sz="1400" dirty="0"/>
              <a:t>2. Generate “snapshots” of leads at regular intervals and milestone events to track trends (using LLM)</a:t>
            </a:r>
          </a:p>
        </p:txBody>
      </p:sp>
      <p:pic>
        <p:nvPicPr>
          <p:cNvPr id="4098" name="Picture 2">
            <a:extLst>
              <a:ext uri="{FF2B5EF4-FFF2-40B4-BE49-F238E27FC236}">
                <a16:creationId xmlns:a16="http://schemas.microsoft.com/office/drawing/2014/main" id="{212B41C8-AC8C-5437-959C-BAD4681B8F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8987" y="2292303"/>
            <a:ext cx="3960128" cy="2364854"/>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6148D040-464D-17D2-08D8-705721D8D68C}"/>
              </a:ext>
            </a:extLst>
          </p:cNvPr>
          <p:cNvSpPr txBox="1"/>
          <p:nvPr/>
        </p:nvSpPr>
        <p:spPr>
          <a:xfrm>
            <a:off x="7101561" y="2346832"/>
            <a:ext cx="1243248" cy="1615827"/>
          </a:xfrm>
          <a:prstGeom prst="rect">
            <a:avLst/>
          </a:prstGeom>
          <a:solidFill>
            <a:srgbClr val="D4F5F7"/>
          </a:solidFill>
          <a:ln>
            <a:solidFill>
              <a:schemeClr val="tx1">
                <a:lumMod val="50000"/>
                <a:lumOff val="50000"/>
              </a:schemeClr>
            </a:solidFill>
          </a:ln>
        </p:spPr>
        <p:txBody>
          <a:bodyPr wrap="square" rtlCol="0">
            <a:spAutoFit/>
          </a:bodyPr>
          <a:lstStyle/>
          <a:p>
            <a:r>
              <a:rPr lang="en-US" sz="900" b="1" dirty="0"/>
              <a:t>Lead Account # 1234</a:t>
            </a:r>
          </a:p>
          <a:p>
            <a:endParaRPr lang="en-US" sz="900" dirty="0"/>
          </a:p>
          <a:p>
            <a:r>
              <a:rPr lang="en-US" sz="900" dirty="0"/>
              <a:t>Company Name</a:t>
            </a:r>
          </a:p>
          <a:p>
            <a:r>
              <a:rPr lang="en-US" sz="900" dirty="0"/>
              <a:t>Industry</a:t>
            </a:r>
          </a:p>
          <a:p>
            <a:r>
              <a:rPr lang="en-US" sz="900" dirty="0"/>
              <a:t>Deal Value</a:t>
            </a:r>
          </a:p>
          <a:p>
            <a:r>
              <a:rPr lang="en-US" sz="900" dirty="0"/>
              <a:t>Engagement Level</a:t>
            </a:r>
          </a:p>
          <a:p>
            <a:r>
              <a:rPr lang="en-US" sz="900" dirty="0"/>
              <a:t>Pipeline Stage</a:t>
            </a:r>
          </a:p>
          <a:p>
            <a:r>
              <a:rPr lang="en-US" sz="900" dirty="0"/>
              <a:t>Contact Seniority</a:t>
            </a:r>
          </a:p>
          <a:p>
            <a:r>
              <a:rPr lang="en-US" sz="900" dirty="0"/>
              <a:t>.</a:t>
            </a:r>
          </a:p>
          <a:p>
            <a:r>
              <a:rPr lang="en-US" sz="900" dirty="0"/>
              <a:t>.</a:t>
            </a:r>
          </a:p>
          <a:p>
            <a:r>
              <a:rPr lang="en-US" sz="900" dirty="0"/>
              <a:t>.</a:t>
            </a:r>
          </a:p>
        </p:txBody>
      </p:sp>
      <p:sp>
        <p:nvSpPr>
          <p:cNvPr id="4" name="TextBox 3">
            <a:extLst>
              <a:ext uri="{FF2B5EF4-FFF2-40B4-BE49-F238E27FC236}">
                <a16:creationId xmlns:a16="http://schemas.microsoft.com/office/drawing/2014/main" id="{A78B6D2C-E226-344B-1EF9-7F1375F50C53}"/>
              </a:ext>
            </a:extLst>
          </p:cNvPr>
          <p:cNvSpPr txBox="1"/>
          <p:nvPr/>
        </p:nvSpPr>
        <p:spPr>
          <a:xfrm>
            <a:off x="5504856" y="2346831"/>
            <a:ext cx="1243248" cy="1615827"/>
          </a:xfrm>
          <a:prstGeom prst="rect">
            <a:avLst/>
          </a:prstGeom>
          <a:solidFill>
            <a:srgbClr val="D4F5F7"/>
          </a:solidFill>
          <a:ln>
            <a:solidFill>
              <a:schemeClr val="tx1">
                <a:lumMod val="50000"/>
                <a:lumOff val="50000"/>
              </a:schemeClr>
            </a:solidFill>
          </a:ln>
        </p:spPr>
        <p:txBody>
          <a:bodyPr wrap="square" rtlCol="0">
            <a:spAutoFit/>
          </a:bodyPr>
          <a:lstStyle/>
          <a:p>
            <a:r>
              <a:rPr lang="en-US" sz="900" b="1" dirty="0"/>
              <a:t>Lead Account # 1234</a:t>
            </a:r>
          </a:p>
          <a:p>
            <a:endParaRPr lang="en-US" sz="900" dirty="0"/>
          </a:p>
          <a:p>
            <a:r>
              <a:rPr lang="en-US" sz="900" dirty="0"/>
              <a:t>Company Name</a:t>
            </a:r>
          </a:p>
          <a:p>
            <a:r>
              <a:rPr lang="en-US" sz="900" dirty="0"/>
              <a:t>Industry</a:t>
            </a:r>
          </a:p>
          <a:p>
            <a:r>
              <a:rPr lang="en-US" sz="900" dirty="0"/>
              <a:t>Deal Value</a:t>
            </a:r>
          </a:p>
          <a:p>
            <a:r>
              <a:rPr lang="en-US" sz="900" dirty="0"/>
              <a:t>Engagement Level</a:t>
            </a:r>
          </a:p>
          <a:p>
            <a:r>
              <a:rPr lang="en-US" sz="900" dirty="0"/>
              <a:t>Pipeline Stage</a:t>
            </a:r>
          </a:p>
          <a:p>
            <a:r>
              <a:rPr lang="en-US" sz="900" dirty="0"/>
              <a:t>Contact Seniority</a:t>
            </a:r>
          </a:p>
          <a:p>
            <a:r>
              <a:rPr lang="en-US" sz="900" dirty="0"/>
              <a:t>.</a:t>
            </a:r>
          </a:p>
          <a:p>
            <a:r>
              <a:rPr lang="en-US" sz="900" dirty="0"/>
              <a:t>.</a:t>
            </a:r>
          </a:p>
          <a:p>
            <a:r>
              <a:rPr lang="en-US" sz="900" dirty="0"/>
              <a:t>.</a:t>
            </a:r>
          </a:p>
        </p:txBody>
      </p:sp>
      <p:sp>
        <p:nvSpPr>
          <p:cNvPr id="6" name="Arrow: Right 5">
            <a:extLst>
              <a:ext uri="{FF2B5EF4-FFF2-40B4-BE49-F238E27FC236}">
                <a16:creationId xmlns:a16="http://schemas.microsoft.com/office/drawing/2014/main" id="{722F9217-5E52-88D2-CAFA-5B00B03CC434}"/>
              </a:ext>
            </a:extLst>
          </p:cNvPr>
          <p:cNvSpPr/>
          <p:nvPr/>
        </p:nvSpPr>
        <p:spPr>
          <a:xfrm>
            <a:off x="6800660" y="2978715"/>
            <a:ext cx="260898" cy="188752"/>
          </a:xfrm>
          <a:prstGeom prst="right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rrow: Right 9">
            <a:extLst>
              <a:ext uri="{FF2B5EF4-FFF2-40B4-BE49-F238E27FC236}">
                <a16:creationId xmlns:a16="http://schemas.microsoft.com/office/drawing/2014/main" id="{F8F13BAC-A1AA-D83D-A9C7-B45E4415F39D}"/>
              </a:ext>
            </a:extLst>
          </p:cNvPr>
          <p:cNvSpPr/>
          <p:nvPr/>
        </p:nvSpPr>
        <p:spPr>
          <a:xfrm>
            <a:off x="8376705" y="2965992"/>
            <a:ext cx="260898" cy="188752"/>
          </a:xfrm>
          <a:prstGeom prst="right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D7363563-8E78-E300-69F5-137648B0D119}"/>
              </a:ext>
            </a:extLst>
          </p:cNvPr>
          <p:cNvSpPr txBox="1"/>
          <p:nvPr/>
        </p:nvSpPr>
        <p:spPr>
          <a:xfrm>
            <a:off x="5652369" y="3962658"/>
            <a:ext cx="848309" cy="261610"/>
          </a:xfrm>
          <a:prstGeom prst="rect">
            <a:avLst/>
          </a:prstGeom>
          <a:noFill/>
        </p:spPr>
        <p:txBody>
          <a:bodyPr wrap="none" rtlCol="0">
            <a:spAutoFit/>
          </a:bodyPr>
          <a:lstStyle/>
          <a:p>
            <a:r>
              <a:rPr lang="en-US" sz="1100" dirty="0"/>
              <a:t>2024-04-03</a:t>
            </a:r>
          </a:p>
        </p:txBody>
      </p:sp>
      <p:sp>
        <p:nvSpPr>
          <p:cNvPr id="17" name="TextBox 16">
            <a:extLst>
              <a:ext uri="{FF2B5EF4-FFF2-40B4-BE49-F238E27FC236}">
                <a16:creationId xmlns:a16="http://schemas.microsoft.com/office/drawing/2014/main" id="{3F562DA2-3A9D-3F28-C99F-9B77ACAA408B}"/>
              </a:ext>
            </a:extLst>
          </p:cNvPr>
          <p:cNvSpPr txBox="1"/>
          <p:nvPr/>
        </p:nvSpPr>
        <p:spPr>
          <a:xfrm>
            <a:off x="7348987" y="3962658"/>
            <a:ext cx="848309" cy="261610"/>
          </a:xfrm>
          <a:prstGeom prst="rect">
            <a:avLst/>
          </a:prstGeom>
          <a:noFill/>
        </p:spPr>
        <p:txBody>
          <a:bodyPr wrap="none" rtlCol="0">
            <a:spAutoFit/>
          </a:bodyPr>
          <a:lstStyle/>
          <a:p>
            <a:r>
              <a:rPr lang="en-US" sz="1100" dirty="0"/>
              <a:t>2025-04-17</a:t>
            </a:r>
          </a:p>
        </p:txBody>
      </p:sp>
      <p:sp>
        <p:nvSpPr>
          <p:cNvPr id="18" name="TextBox 17">
            <a:extLst>
              <a:ext uri="{FF2B5EF4-FFF2-40B4-BE49-F238E27FC236}">
                <a16:creationId xmlns:a16="http://schemas.microsoft.com/office/drawing/2014/main" id="{128EA924-5849-BB2B-9FD1-7B9FBA400387}"/>
              </a:ext>
            </a:extLst>
          </p:cNvPr>
          <p:cNvSpPr txBox="1"/>
          <p:nvPr/>
        </p:nvSpPr>
        <p:spPr>
          <a:xfrm>
            <a:off x="8850385" y="3962658"/>
            <a:ext cx="848309" cy="261610"/>
          </a:xfrm>
          <a:prstGeom prst="rect">
            <a:avLst/>
          </a:prstGeom>
          <a:noFill/>
        </p:spPr>
        <p:txBody>
          <a:bodyPr wrap="none" rtlCol="0">
            <a:spAutoFit/>
          </a:bodyPr>
          <a:lstStyle/>
          <a:p>
            <a:r>
              <a:rPr lang="en-US" sz="1100" dirty="0"/>
              <a:t>2025-05-01</a:t>
            </a:r>
          </a:p>
        </p:txBody>
      </p:sp>
      <p:sp>
        <p:nvSpPr>
          <p:cNvPr id="20" name="Rectangle 19">
            <a:extLst>
              <a:ext uri="{FF2B5EF4-FFF2-40B4-BE49-F238E27FC236}">
                <a16:creationId xmlns:a16="http://schemas.microsoft.com/office/drawing/2014/main" id="{1053BEBE-FB3D-B540-37D9-C0865974AEE5}"/>
              </a:ext>
            </a:extLst>
          </p:cNvPr>
          <p:cNvSpPr/>
          <p:nvPr/>
        </p:nvSpPr>
        <p:spPr>
          <a:xfrm>
            <a:off x="981561" y="3729658"/>
            <a:ext cx="2248955" cy="360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bg1"/>
                </a:solidFill>
              </a:rPr>
              <a:t>Each circle represents a lead snapshot.</a:t>
            </a:r>
          </a:p>
        </p:txBody>
      </p:sp>
      <p:sp>
        <p:nvSpPr>
          <p:cNvPr id="21" name="Rectangle 20">
            <a:extLst>
              <a:ext uri="{FF2B5EF4-FFF2-40B4-BE49-F238E27FC236}">
                <a16:creationId xmlns:a16="http://schemas.microsoft.com/office/drawing/2014/main" id="{1B6DB4CB-C775-1B22-117D-8584D9D3A830}"/>
              </a:ext>
            </a:extLst>
          </p:cNvPr>
          <p:cNvSpPr/>
          <p:nvPr/>
        </p:nvSpPr>
        <p:spPr>
          <a:xfrm>
            <a:off x="5474230" y="4256904"/>
            <a:ext cx="3405517" cy="360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bg1"/>
                </a:solidFill>
              </a:rPr>
              <a:t>Lead database contains snapshots for all leads every 2 weeks from open to close. </a:t>
            </a:r>
          </a:p>
        </p:txBody>
      </p:sp>
      <p:cxnSp>
        <p:nvCxnSpPr>
          <p:cNvPr id="23" name="Straight Connector 22">
            <a:extLst>
              <a:ext uri="{FF2B5EF4-FFF2-40B4-BE49-F238E27FC236}">
                <a16:creationId xmlns:a16="http://schemas.microsoft.com/office/drawing/2014/main" id="{EC9A345E-9D47-4DB8-6D04-A92D86C7BEFB}"/>
              </a:ext>
            </a:extLst>
          </p:cNvPr>
          <p:cNvCxnSpPr/>
          <p:nvPr/>
        </p:nvCxnSpPr>
        <p:spPr>
          <a:xfrm flipV="1">
            <a:off x="981561" y="4781735"/>
            <a:ext cx="9731180" cy="37751"/>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073E5D26-EDFC-0709-CEA6-C7CD219430C1}"/>
              </a:ext>
            </a:extLst>
          </p:cNvPr>
          <p:cNvSpPr txBox="1"/>
          <p:nvPr/>
        </p:nvSpPr>
        <p:spPr>
          <a:xfrm>
            <a:off x="1409399" y="5306672"/>
            <a:ext cx="1243248" cy="923330"/>
          </a:xfrm>
          <a:prstGeom prst="rect">
            <a:avLst/>
          </a:prstGeom>
          <a:solidFill>
            <a:srgbClr val="D4F5F7"/>
          </a:solidFill>
          <a:ln>
            <a:solidFill>
              <a:schemeClr val="tx1">
                <a:lumMod val="50000"/>
                <a:lumOff val="50000"/>
              </a:schemeClr>
            </a:solidFill>
          </a:ln>
        </p:spPr>
        <p:txBody>
          <a:bodyPr wrap="square" rtlCol="0">
            <a:spAutoFit/>
          </a:bodyPr>
          <a:lstStyle/>
          <a:p>
            <a:r>
              <a:rPr lang="en-US" sz="900" b="1" dirty="0"/>
              <a:t>Lead Account # 1234</a:t>
            </a:r>
          </a:p>
          <a:p>
            <a:endParaRPr lang="en-US" sz="900" dirty="0"/>
          </a:p>
          <a:p>
            <a:r>
              <a:rPr lang="en-US" sz="900" dirty="0"/>
              <a:t>Company Name</a:t>
            </a:r>
          </a:p>
          <a:p>
            <a:r>
              <a:rPr lang="en-US" sz="900" dirty="0"/>
              <a:t>Industry</a:t>
            </a:r>
          </a:p>
          <a:p>
            <a:r>
              <a:rPr lang="en-US" sz="900" dirty="0"/>
              <a:t>Deal Value</a:t>
            </a:r>
          </a:p>
          <a:p>
            <a:r>
              <a:rPr lang="en-US" sz="900" dirty="0"/>
              <a:t>…</a:t>
            </a:r>
          </a:p>
        </p:txBody>
      </p:sp>
      <p:sp>
        <p:nvSpPr>
          <p:cNvPr id="25" name="Rectangle 24">
            <a:extLst>
              <a:ext uri="{FF2B5EF4-FFF2-40B4-BE49-F238E27FC236}">
                <a16:creationId xmlns:a16="http://schemas.microsoft.com/office/drawing/2014/main" id="{1C8423E2-44E7-4A13-29E8-B7CE5865ED4F}"/>
              </a:ext>
            </a:extLst>
          </p:cNvPr>
          <p:cNvSpPr/>
          <p:nvPr/>
        </p:nvSpPr>
        <p:spPr>
          <a:xfrm>
            <a:off x="6443326" y="5155088"/>
            <a:ext cx="2359689" cy="55241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bg1"/>
                </a:solidFill>
              </a:rPr>
              <a:t>Generates temporal-based summary. Done for all leads, open and closed, in database</a:t>
            </a:r>
          </a:p>
        </p:txBody>
      </p:sp>
      <p:pic>
        <p:nvPicPr>
          <p:cNvPr id="26" name="Picture 2" descr="OpenAI introduces the next evolution of ChatGPT: GPT-4">
            <a:extLst>
              <a:ext uri="{FF2B5EF4-FFF2-40B4-BE49-F238E27FC236}">
                <a16:creationId xmlns:a16="http://schemas.microsoft.com/office/drawing/2014/main" id="{A702108D-9BE8-A389-4C27-95616F046C5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9176" r="58981" b="14785"/>
          <a:stretch/>
        </p:blipFill>
        <p:spPr bwMode="auto">
          <a:xfrm>
            <a:off x="3317374" y="5431297"/>
            <a:ext cx="646441" cy="674080"/>
          </a:xfrm>
          <a:prstGeom prst="rect">
            <a:avLst/>
          </a:prstGeom>
          <a:noFill/>
          <a:extLst>
            <a:ext uri="{909E8E84-426E-40DD-AFC4-6F175D3DCCD1}">
              <a14:hiddenFill xmlns:a14="http://schemas.microsoft.com/office/drawing/2010/main">
                <a:solidFill>
                  <a:srgbClr val="FFFFFF"/>
                </a:solidFill>
              </a14:hiddenFill>
            </a:ext>
          </a:extLst>
        </p:spPr>
      </p:pic>
      <p:cxnSp>
        <p:nvCxnSpPr>
          <p:cNvPr id="27" name="Straight Arrow Connector 26">
            <a:extLst>
              <a:ext uri="{FF2B5EF4-FFF2-40B4-BE49-F238E27FC236}">
                <a16:creationId xmlns:a16="http://schemas.microsoft.com/office/drawing/2014/main" id="{824AE865-74D6-5207-8BC5-384922D469B7}"/>
              </a:ext>
            </a:extLst>
          </p:cNvPr>
          <p:cNvCxnSpPr>
            <a:cxnSpLocks/>
            <a:stCxn id="24" idx="3"/>
            <a:endCxn id="26" idx="1"/>
          </p:cNvCxnSpPr>
          <p:nvPr/>
        </p:nvCxnSpPr>
        <p:spPr>
          <a:xfrm>
            <a:off x="2652647" y="5768337"/>
            <a:ext cx="664727" cy="0"/>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FA4056F3-D400-6F77-A527-48AB02125CA0}"/>
              </a:ext>
            </a:extLst>
          </p:cNvPr>
          <p:cNvSpPr txBox="1"/>
          <p:nvPr/>
        </p:nvSpPr>
        <p:spPr>
          <a:xfrm>
            <a:off x="2772792" y="5045316"/>
            <a:ext cx="1968269" cy="415498"/>
          </a:xfrm>
          <a:prstGeom prst="rect">
            <a:avLst/>
          </a:prstGeom>
          <a:noFill/>
        </p:spPr>
        <p:txBody>
          <a:bodyPr wrap="square" rtlCol="0">
            <a:spAutoFit/>
          </a:bodyPr>
          <a:lstStyle/>
          <a:p>
            <a:r>
              <a:rPr lang="en-US" sz="1000" dirty="0"/>
              <a:t>Prompt: “Summarize the state and history of this lead…”</a:t>
            </a:r>
          </a:p>
        </p:txBody>
      </p:sp>
      <p:sp>
        <p:nvSpPr>
          <p:cNvPr id="32" name="TextBox 31">
            <a:extLst>
              <a:ext uri="{FF2B5EF4-FFF2-40B4-BE49-F238E27FC236}">
                <a16:creationId xmlns:a16="http://schemas.microsoft.com/office/drawing/2014/main" id="{CD9D8FBC-A250-FA6B-FAA5-4A11CCB3EFB5}"/>
              </a:ext>
            </a:extLst>
          </p:cNvPr>
          <p:cNvSpPr txBox="1"/>
          <p:nvPr/>
        </p:nvSpPr>
        <p:spPr>
          <a:xfrm>
            <a:off x="1228987" y="5205263"/>
            <a:ext cx="1243248" cy="923330"/>
          </a:xfrm>
          <a:prstGeom prst="rect">
            <a:avLst/>
          </a:prstGeom>
          <a:solidFill>
            <a:srgbClr val="D4F5F7"/>
          </a:solidFill>
          <a:ln>
            <a:solidFill>
              <a:schemeClr val="tx1">
                <a:lumMod val="50000"/>
                <a:lumOff val="50000"/>
              </a:schemeClr>
            </a:solidFill>
          </a:ln>
        </p:spPr>
        <p:txBody>
          <a:bodyPr wrap="square" rtlCol="0">
            <a:spAutoFit/>
          </a:bodyPr>
          <a:lstStyle/>
          <a:p>
            <a:r>
              <a:rPr lang="en-US" sz="900" b="1" dirty="0"/>
              <a:t>Lead Account # 1234</a:t>
            </a:r>
          </a:p>
          <a:p>
            <a:endParaRPr lang="en-US" sz="900" dirty="0"/>
          </a:p>
          <a:p>
            <a:r>
              <a:rPr lang="en-US" sz="900" dirty="0"/>
              <a:t>Company Name</a:t>
            </a:r>
          </a:p>
          <a:p>
            <a:r>
              <a:rPr lang="en-US" sz="900" dirty="0"/>
              <a:t>Industry</a:t>
            </a:r>
          </a:p>
          <a:p>
            <a:r>
              <a:rPr lang="en-US" sz="900" dirty="0"/>
              <a:t>Deal Value</a:t>
            </a:r>
          </a:p>
          <a:p>
            <a:r>
              <a:rPr lang="en-US" sz="900" dirty="0"/>
              <a:t>…</a:t>
            </a:r>
          </a:p>
        </p:txBody>
      </p:sp>
      <p:sp>
        <p:nvSpPr>
          <p:cNvPr id="33" name="TextBox 32">
            <a:extLst>
              <a:ext uri="{FF2B5EF4-FFF2-40B4-BE49-F238E27FC236}">
                <a16:creationId xmlns:a16="http://schemas.microsoft.com/office/drawing/2014/main" id="{983B3CB3-8BD0-DBE0-40E2-7F32B49CB566}"/>
              </a:ext>
            </a:extLst>
          </p:cNvPr>
          <p:cNvSpPr txBox="1"/>
          <p:nvPr/>
        </p:nvSpPr>
        <p:spPr>
          <a:xfrm>
            <a:off x="1048575" y="5120800"/>
            <a:ext cx="1243248" cy="923330"/>
          </a:xfrm>
          <a:prstGeom prst="rect">
            <a:avLst/>
          </a:prstGeom>
          <a:solidFill>
            <a:srgbClr val="D4F5F7"/>
          </a:solidFill>
          <a:ln>
            <a:solidFill>
              <a:schemeClr val="tx1">
                <a:lumMod val="50000"/>
                <a:lumOff val="50000"/>
              </a:schemeClr>
            </a:solidFill>
          </a:ln>
        </p:spPr>
        <p:txBody>
          <a:bodyPr wrap="square" rtlCol="0">
            <a:spAutoFit/>
          </a:bodyPr>
          <a:lstStyle/>
          <a:p>
            <a:r>
              <a:rPr lang="en-US" sz="900" b="1" dirty="0"/>
              <a:t>Lead Account # 1234</a:t>
            </a:r>
          </a:p>
          <a:p>
            <a:endParaRPr lang="en-US" sz="900" dirty="0"/>
          </a:p>
          <a:p>
            <a:r>
              <a:rPr lang="en-US" sz="900" dirty="0"/>
              <a:t>Company Name</a:t>
            </a:r>
          </a:p>
          <a:p>
            <a:r>
              <a:rPr lang="en-US" sz="900" dirty="0"/>
              <a:t>Industry</a:t>
            </a:r>
          </a:p>
          <a:p>
            <a:r>
              <a:rPr lang="en-US" sz="900" dirty="0"/>
              <a:t>Deal Value</a:t>
            </a:r>
          </a:p>
          <a:p>
            <a:r>
              <a:rPr lang="en-US" sz="900" dirty="0"/>
              <a:t>…</a:t>
            </a:r>
          </a:p>
        </p:txBody>
      </p:sp>
      <p:sp>
        <p:nvSpPr>
          <p:cNvPr id="35" name="TextBox 34">
            <a:extLst>
              <a:ext uri="{FF2B5EF4-FFF2-40B4-BE49-F238E27FC236}">
                <a16:creationId xmlns:a16="http://schemas.microsoft.com/office/drawing/2014/main" id="{D042BA60-3C52-2EE2-E706-05085F6AC8BA}"/>
              </a:ext>
            </a:extLst>
          </p:cNvPr>
          <p:cNvSpPr txBox="1"/>
          <p:nvPr/>
        </p:nvSpPr>
        <p:spPr>
          <a:xfrm>
            <a:off x="4802484" y="5066763"/>
            <a:ext cx="1378715" cy="1200329"/>
          </a:xfrm>
          <a:prstGeom prst="rect">
            <a:avLst/>
          </a:prstGeom>
          <a:solidFill>
            <a:srgbClr val="D4F5F7"/>
          </a:solidFill>
          <a:ln w="28575">
            <a:solidFill>
              <a:schemeClr val="accent5"/>
            </a:solidFill>
          </a:ln>
        </p:spPr>
        <p:txBody>
          <a:bodyPr wrap="square" rtlCol="0">
            <a:spAutoFit/>
          </a:bodyPr>
          <a:lstStyle/>
          <a:p>
            <a:r>
              <a:rPr lang="en-US" sz="900" b="1" dirty="0"/>
              <a:t>Lead Account # 1234</a:t>
            </a:r>
          </a:p>
          <a:p>
            <a:endParaRPr lang="en-US" sz="900" dirty="0"/>
          </a:p>
          <a:p>
            <a:r>
              <a:rPr lang="en-US" sz="900" dirty="0"/>
              <a:t>Summary of current lead and history, engagement trends, information discovery, pipeline velocity, changes in contact seniority</a:t>
            </a:r>
          </a:p>
        </p:txBody>
      </p:sp>
      <p:cxnSp>
        <p:nvCxnSpPr>
          <p:cNvPr id="36" name="Straight Arrow Connector 35">
            <a:extLst>
              <a:ext uri="{FF2B5EF4-FFF2-40B4-BE49-F238E27FC236}">
                <a16:creationId xmlns:a16="http://schemas.microsoft.com/office/drawing/2014/main" id="{F7AC12BD-F038-A372-5450-F5FC3CAC2094}"/>
              </a:ext>
            </a:extLst>
          </p:cNvPr>
          <p:cNvCxnSpPr>
            <a:cxnSpLocks/>
          </p:cNvCxnSpPr>
          <p:nvPr/>
        </p:nvCxnSpPr>
        <p:spPr>
          <a:xfrm>
            <a:off x="3946220" y="5762525"/>
            <a:ext cx="664727" cy="0"/>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A4CEBE6-CDBE-50B9-0F37-AA64F5BF1ABB}"/>
              </a:ext>
            </a:extLst>
          </p:cNvPr>
          <p:cNvSpPr txBox="1"/>
          <p:nvPr/>
        </p:nvSpPr>
        <p:spPr>
          <a:xfrm>
            <a:off x="983238" y="4750765"/>
            <a:ext cx="1455848" cy="261610"/>
          </a:xfrm>
          <a:prstGeom prst="rect">
            <a:avLst/>
          </a:prstGeom>
          <a:solidFill>
            <a:schemeClr val="bg2">
              <a:lumMod val="90000"/>
            </a:schemeClr>
          </a:solidFill>
          <a:ln>
            <a:solidFill>
              <a:schemeClr val="tx1">
                <a:lumMod val="50000"/>
                <a:lumOff val="50000"/>
              </a:schemeClr>
            </a:solidFill>
          </a:ln>
        </p:spPr>
        <p:txBody>
          <a:bodyPr wrap="none" rtlCol="0">
            <a:spAutoFit/>
          </a:bodyPr>
          <a:lstStyle/>
          <a:p>
            <a:r>
              <a:rPr lang="en-US" sz="1100" dirty="0"/>
              <a:t>Snapshots allow us to:</a:t>
            </a:r>
          </a:p>
        </p:txBody>
      </p:sp>
      <p:sp>
        <p:nvSpPr>
          <p:cNvPr id="38" name="TextBox 37">
            <a:extLst>
              <a:ext uri="{FF2B5EF4-FFF2-40B4-BE49-F238E27FC236}">
                <a16:creationId xmlns:a16="http://schemas.microsoft.com/office/drawing/2014/main" id="{5336DF22-3498-B91A-A28C-BB2B7C78D653}"/>
              </a:ext>
            </a:extLst>
          </p:cNvPr>
          <p:cNvSpPr txBox="1"/>
          <p:nvPr/>
        </p:nvSpPr>
        <p:spPr>
          <a:xfrm>
            <a:off x="3317374" y="6083320"/>
            <a:ext cx="839179" cy="261610"/>
          </a:xfrm>
          <a:prstGeom prst="rect">
            <a:avLst/>
          </a:prstGeom>
          <a:noFill/>
        </p:spPr>
        <p:txBody>
          <a:bodyPr wrap="square" rtlCol="0">
            <a:spAutoFit/>
          </a:bodyPr>
          <a:lstStyle/>
          <a:p>
            <a:r>
              <a:rPr lang="en-US" sz="1100" dirty="0"/>
              <a:t>GPT-3.5</a:t>
            </a:r>
          </a:p>
        </p:txBody>
      </p:sp>
    </p:spTree>
    <p:extLst>
      <p:ext uri="{BB962C8B-B14F-4D97-AF65-F5344CB8AC3E}">
        <p14:creationId xmlns:p14="http://schemas.microsoft.com/office/powerpoint/2010/main" val="26552337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D7EAF-9136-C6EF-479C-9AE90382CAA3}"/>
              </a:ext>
            </a:extLst>
          </p:cNvPr>
          <p:cNvSpPr>
            <a:spLocks noGrp="1"/>
          </p:cNvSpPr>
          <p:nvPr>
            <p:ph type="title"/>
          </p:nvPr>
        </p:nvSpPr>
        <p:spPr/>
        <p:txBody>
          <a:bodyPr/>
          <a:lstStyle/>
          <a:p>
            <a:r>
              <a:rPr lang="en-US" dirty="0"/>
              <a:t>Example: Snapshot Summary Output</a:t>
            </a:r>
          </a:p>
        </p:txBody>
      </p:sp>
      <p:sp>
        <p:nvSpPr>
          <p:cNvPr id="3" name="Content Placeholder 2">
            <a:extLst>
              <a:ext uri="{FF2B5EF4-FFF2-40B4-BE49-F238E27FC236}">
                <a16:creationId xmlns:a16="http://schemas.microsoft.com/office/drawing/2014/main" id="{DF58FFCF-ABAC-956E-5ED2-67DE4E596E97}"/>
              </a:ext>
            </a:extLst>
          </p:cNvPr>
          <p:cNvSpPr>
            <a:spLocks noGrp="1"/>
          </p:cNvSpPr>
          <p:nvPr>
            <p:ph idx="1"/>
          </p:nvPr>
        </p:nvSpPr>
        <p:spPr/>
        <p:txBody>
          <a:bodyPr>
            <a:normAutofit fontScale="62500" lnSpcReduction="20000"/>
          </a:bodyPr>
          <a:lstStyle/>
          <a:p>
            <a:r>
              <a:rPr lang="en-US" b="1" i="0" dirty="0">
                <a:solidFill>
                  <a:srgbClr val="262730"/>
                </a:solidFill>
                <a:effectLst/>
                <a:latin typeface="Source Sans Pro" panose="020F0502020204030204" pitchFamily="34" charset="0"/>
              </a:rPr>
              <a:t> Company Summary: </a:t>
            </a:r>
            <a:r>
              <a:rPr lang="en-US" b="0" i="0" dirty="0">
                <a:solidFill>
                  <a:srgbClr val="262730"/>
                </a:solidFill>
                <a:effectLst/>
                <a:latin typeface="Source Sans Pro" panose="020F0502020204030204" pitchFamily="34" charset="0"/>
              </a:rPr>
              <a:t>Pendo is a technology company that specializes in offering a Digital Adoption Platform to help businesses enhance user experiences and maximize software utilization. With over 500 dedicated employees worldwide and annual revenues exceeding $100 million, Pendo has firmly established itself as a leader in the industry. As a rapidly growing company, Pendo is continuously innovating and expanding its market presence.</a:t>
            </a:r>
            <a:br>
              <a:rPr lang="en-US" dirty="0"/>
            </a:br>
            <a:br>
              <a:rPr lang="en-US" dirty="0"/>
            </a:br>
            <a:r>
              <a:rPr lang="en-US" b="0" i="0" dirty="0">
                <a:solidFill>
                  <a:srgbClr val="262730"/>
                </a:solidFill>
                <a:effectLst/>
                <a:latin typeface="Source Sans Pro" panose="020F0502020204030204" pitchFamily="34" charset="0"/>
              </a:rPr>
              <a:t>In terms of technology, Pendo is speculated to have a sophisticated data infrastructure and high digital maturity, allowing for advanced analytics and insights into user behavior. The company likely leverages cloud platforms extensively to scale its services and ensure seamless integration with various software applications. Overall, Pendo's commitment to cutting-edge technology and data-driven solutions positions it as a frontrunner in the competitive digital adoption landscape.</a:t>
            </a:r>
            <a:br>
              <a:rPr lang="en-US" dirty="0"/>
            </a:br>
            <a:br>
              <a:rPr lang="en-US" dirty="0"/>
            </a:br>
            <a:r>
              <a:rPr lang="en-US" b="1" i="0" dirty="0">
                <a:solidFill>
                  <a:srgbClr val="262730"/>
                </a:solidFill>
                <a:effectLst/>
                <a:latin typeface="Source Sans Pro" panose="020F0502020204030204" pitchFamily="34" charset="0"/>
              </a:rPr>
              <a:t>Lead Stage:</a:t>
            </a:r>
            <a:br>
              <a:rPr lang="en-US" dirty="0"/>
            </a:br>
            <a:r>
              <a:rPr lang="en-US" b="0" i="0" dirty="0">
                <a:solidFill>
                  <a:srgbClr val="262730"/>
                </a:solidFill>
                <a:effectLst/>
                <a:latin typeface="Source Sans Pro" panose="020F0502020204030204" pitchFamily="34" charset="0"/>
              </a:rPr>
              <a:t>The lead has been </a:t>
            </a:r>
            <a:r>
              <a:rPr lang="en-US" b="0" i="0" dirty="0">
                <a:solidFill>
                  <a:srgbClr val="262730"/>
                </a:solidFill>
                <a:effectLst/>
                <a:highlight>
                  <a:srgbClr val="00FFFF"/>
                </a:highlight>
                <a:latin typeface="Source Sans Pro" panose="020F0502020204030204" pitchFamily="34" charset="0"/>
              </a:rPr>
              <a:t>open for approximately 20 weeks</a:t>
            </a:r>
            <a:r>
              <a:rPr lang="en-US" b="0" i="0" dirty="0">
                <a:solidFill>
                  <a:srgbClr val="262730"/>
                </a:solidFill>
                <a:effectLst/>
                <a:latin typeface="Source Sans Pro" panose="020F0502020204030204" pitchFamily="34" charset="0"/>
              </a:rPr>
              <a:t>. The current lead stage is Negotiation, where the lead has been for the </a:t>
            </a:r>
            <a:r>
              <a:rPr lang="en-US" b="0" i="0" dirty="0">
                <a:solidFill>
                  <a:srgbClr val="262730"/>
                </a:solidFill>
                <a:effectLst/>
                <a:highlight>
                  <a:srgbClr val="00FFFF"/>
                </a:highlight>
                <a:latin typeface="Source Sans Pro" panose="020F0502020204030204" pitchFamily="34" charset="0"/>
              </a:rPr>
              <a:t>past 3 weeks</a:t>
            </a:r>
            <a:r>
              <a:rPr lang="en-US" b="0" i="0" dirty="0">
                <a:solidFill>
                  <a:srgbClr val="262730"/>
                </a:solidFill>
                <a:effectLst/>
                <a:latin typeface="Source Sans Pro" panose="020F0502020204030204" pitchFamily="34" charset="0"/>
              </a:rPr>
              <a:t>. The lead stage has </a:t>
            </a:r>
            <a:r>
              <a:rPr lang="en-US" b="0" i="0" dirty="0">
                <a:solidFill>
                  <a:srgbClr val="262730"/>
                </a:solidFill>
                <a:effectLst/>
                <a:highlight>
                  <a:srgbClr val="00FFFF"/>
                </a:highlight>
                <a:latin typeface="Source Sans Pro" panose="020F0502020204030204" pitchFamily="34" charset="0"/>
              </a:rPr>
              <a:t>advanced steadily</a:t>
            </a:r>
            <a:r>
              <a:rPr lang="en-US" b="0" i="0" dirty="0">
                <a:solidFill>
                  <a:srgbClr val="262730"/>
                </a:solidFill>
                <a:effectLst/>
                <a:latin typeface="Source Sans Pro" panose="020F0502020204030204" pitchFamily="34" charset="0"/>
              </a:rPr>
              <a:t> from Prospecting to Qualified and then to Proposal before reaching the Negotiation stage.</a:t>
            </a:r>
            <a:br>
              <a:rPr lang="en-US" dirty="0"/>
            </a:br>
            <a:br>
              <a:rPr lang="en-US" dirty="0"/>
            </a:br>
            <a:r>
              <a:rPr lang="en-US" b="1" i="0" dirty="0">
                <a:solidFill>
                  <a:srgbClr val="262730"/>
                </a:solidFill>
                <a:effectLst/>
                <a:latin typeface="Source Sans Pro" panose="020F0502020204030204" pitchFamily="34" charset="0"/>
              </a:rPr>
              <a:t>Lead Revenue</a:t>
            </a:r>
            <a:r>
              <a:rPr lang="en-US" b="0" i="0" dirty="0">
                <a:solidFill>
                  <a:srgbClr val="262730"/>
                </a:solidFill>
                <a:effectLst/>
                <a:latin typeface="Source Sans Pro" panose="020F0502020204030204" pitchFamily="34" charset="0"/>
              </a:rPr>
              <a:t>:</a:t>
            </a:r>
            <a:br>
              <a:rPr lang="en-US" dirty="0"/>
            </a:br>
            <a:r>
              <a:rPr lang="en-US" b="0" i="0" dirty="0">
                <a:solidFill>
                  <a:srgbClr val="262730"/>
                </a:solidFill>
                <a:effectLst/>
                <a:latin typeface="Source Sans Pro" panose="020F0502020204030204" pitchFamily="34" charset="0"/>
              </a:rPr>
              <a:t>The </a:t>
            </a:r>
            <a:r>
              <a:rPr lang="en-US" b="0" i="0" dirty="0">
                <a:solidFill>
                  <a:srgbClr val="262730"/>
                </a:solidFill>
                <a:effectLst/>
                <a:highlight>
                  <a:srgbClr val="00FFFF"/>
                </a:highlight>
                <a:latin typeface="Source Sans Pro" panose="020F0502020204030204" pitchFamily="34" charset="0"/>
              </a:rPr>
              <a:t>most recent known </a:t>
            </a:r>
            <a:r>
              <a:rPr lang="en-US" b="0" i="0" dirty="0">
                <a:solidFill>
                  <a:srgbClr val="262730"/>
                </a:solidFill>
                <a:effectLst/>
                <a:latin typeface="Source Sans Pro" panose="020F0502020204030204" pitchFamily="34" charset="0"/>
              </a:rPr>
              <a:t>lead deal value is $54,000.</a:t>
            </a:r>
            <a:br>
              <a:rPr lang="en-US" dirty="0"/>
            </a:br>
            <a:br>
              <a:rPr lang="en-US" dirty="0"/>
            </a:br>
            <a:r>
              <a:rPr lang="en-US" b="1" i="0" dirty="0">
                <a:solidFill>
                  <a:srgbClr val="262730"/>
                </a:solidFill>
                <a:effectLst/>
                <a:latin typeface="Source Sans Pro" panose="020F0502020204030204" pitchFamily="34" charset="0"/>
              </a:rPr>
              <a:t>Investment</a:t>
            </a:r>
            <a:r>
              <a:rPr lang="en-US" b="0" i="0" dirty="0">
                <a:solidFill>
                  <a:srgbClr val="262730"/>
                </a:solidFill>
                <a:effectLst/>
                <a:latin typeface="Source Sans Pro" panose="020F0502020204030204" pitchFamily="34" charset="0"/>
              </a:rPr>
              <a:t>:</a:t>
            </a:r>
            <a:br>
              <a:rPr lang="en-US" dirty="0"/>
            </a:br>
            <a:r>
              <a:rPr lang="en-US" b="0" i="0" dirty="0">
                <a:solidFill>
                  <a:srgbClr val="262730"/>
                </a:solidFill>
                <a:effectLst/>
                <a:latin typeface="Source Sans Pro" panose="020F0502020204030204" pitchFamily="34" charset="0"/>
              </a:rPr>
              <a:t>The cyber investment level for the lead is high. The competitor solution is known, and </a:t>
            </a:r>
            <a:r>
              <a:rPr lang="en-US" b="0" i="0" dirty="0">
                <a:solidFill>
                  <a:srgbClr val="262730"/>
                </a:solidFill>
                <a:effectLst/>
                <a:highlight>
                  <a:srgbClr val="00FFFF"/>
                </a:highlight>
                <a:latin typeface="Source Sans Pro" panose="020F0502020204030204" pitchFamily="34" charset="0"/>
              </a:rPr>
              <a:t>there are approximately 5 months remaining </a:t>
            </a:r>
            <a:r>
              <a:rPr lang="en-US" b="0" i="0" dirty="0">
                <a:solidFill>
                  <a:srgbClr val="262730"/>
                </a:solidFill>
                <a:effectLst/>
                <a:latin typeface="Source Sans Pro" panose="020F0502020204030204" pitchFamily="34" charset="0"/>
              </a:rPr>
              <a:t>until the competitor's renewal date.</a:t>
            </a:r>
            <a:br>
              <a:rPr lang="en-US" dirty="0"/>
            </a:br>
            <a:br>
              <a:rPr lang="en-US" dirty="0"/>
            </a:br>
            <a:r>
              <a:rPr lang="en-US" b="1" i="0" dirty="0">
                <a:solidFill>
                  <a:srgbClr val="262730"/>
                </a:solidFill>
                <a:effectLst/>
                <a:latin typeface="Source Sans Pro" panose="020F0502020204030204" pitchFamily="34" charset="0"/>
              </a:rPr>
              <a:t>Engagement</a:t>
            </a:r>
            <a:r>
              <a:rPr lang="en-US" b="0" i="0" dirty="0">
                <a:solidFill>
                  <a:srgbClr val="262730"/>
                </a:solidFill>
                <a:effectLst/>
                <a:latin typeface="Source Sans Pro" panose="020F0502020204030204" pitchFamily="34" charset="0"/>
              </a:rPr>
              <a:t>:</a:t>
            </a:r>
            <a:br>
              <a:rPr lang="en-US" dirty="0"/>
            </a:br>
            <a:r>
              <a:rPr lang="en-US" b="0" i="0" dirty="0">
                <a:solidFill>
                  <a:srgbClr val="262730"/>
                </a:solidFill>
                <a:effectLst/>
                <a:latin typeface="Source Sans Pro" panose="020F0502020204030204" pitchFamily="34" charset="0"/>
              </a:rPr>
              <a:t>In terms of engagement, downloads remained consistent at 3, website visits increased from 3 to 7, and interactions increased from 2 to 11. There was a </a:t>
            </a:r>
            <a:r>
              <a:rPr lang="en-US" b="0" i="0" dirty="0">
                <a:solidFill>
                  <a:srgbClr val="262730"/>
                </a:solidFill>
                <a:effectLst/>
                <a:highlight>
                  <a:srgbClr val="00FFFF"/>
                </a:highlight>
                <a:latin typeface="Source Sans Pro" panose="020F0502020204030204" pitchFamily="34" charset="0"/>
              </a:rPr>
              <a:t>notable spike in interactions during the Negotiation stage</a:t>
            </a:r>
            <a:r>
              <a:rPr lang="en-US" b="0" i="0" dirty="0">
                <a:solidFill>
                  <a:srgbClr val="262730"/>
                </a:solidFill>
                <a:effectLst/>
                <a:latin typeface="Source Sans Pro" panose="020F0502020204030204" pitchFamily="34" charset="0"/>
              </a:rPr>
              <a:t>.</a:t>
            </a:r>
            <a:br>
              <a:rPr lang="en-US" dirty="0"/>
            </a:br>
            <a:br>
              <a:rPr lang="en-US" dirty="0"/>
            </a:br>
            <a:r>
              <a:rPr lang="en-US" b="1" i="0" dirty="0">
                <a:solidFill>
                  <a:srgbClr val="262730"/>
                </a:solidFill>
                <a:effectLst/>
                <a:latin typeface="Source Sans Pro" panose="020F0502020204030204" pitchFamily="34" charset="0"/>
              </a:rPr>
              <a:t>Senior Contact</a:t>
            </a:r>
            <a:r>
              <a:rPr lang="en-US" b="0" i="0" dirty="0">
                <a:solidFill>
                  <a:srgbClr val="262730"/>
                </a:solidFill>
                <a:effectLst/>
                <a:latin typeface="Source Sans Pro" panose="020F0502020204030204" pitchFamily="34" charset="0"/>
              </a:rPr>
              <a:t>:</a:t>
            </a:r>
            <a:br>
              <a:rPr lang="en-US" dirty="0"/>
            </a:br>
            <a:r>
              <a:rPr lang="en-US" b="0" i="0" dirty="0">
                <a:solidFill>
                  <a:srgbClr val="262730"/>
                </a:solidFill>
                <a:effectLst/>
                <a:latin typeface="Source Sans Pro" panose="020F0502020204030204" pitchFamily="34" charset="0"/>
              </a:rPr>
              <a:t>The current most senior contact holds the title of Exec/CIO/CISO. There was a recent </a:t>
            </a:r>
            <a:r>
              <a:rPr lang="en-US" b="0" i="0" dirty="0">
                <a:solidFill>
                  <a:srgbClr val="262730"/>
                </a:solidFill>
                <a:effectLst/>
                <a:highlight>
                  <a:srgbClr val="00FFFF"/>
                </a:highlight>
                <a:latin typeface="Source Sans Pro" panose="020F0502020204030204" pitchFamily="34" charset="0"/>
              </a:rPr>
              <a:t>progression in the seniority of the most senior contact 4 weeks ago</a:t>
            </a:r>
            <a:r>
              <a:rPr lang="en-US" b="0" i="0" dirty="0">
                <a:solidFill>
                  <a:srgbClr val="262730"/>
                </a:solidFill>
                <a:effectLst/>
                <a:latin typeface="Source Sans Pro" panose="020F0502020204030204" pitchFamily="34" charset="0"/>
              </a:rPr>
              <a:t> when the contact changed from a Director to an Exec/CIO/CISO during the Proposal stage.</a:t>
            </a:r>
            <a:endParaRPr lang="en-US" dirty="0"/>
          </a:p>
        </p:txBody>
      </p:sp>
      <p:sp>
        <p:nvSpPr>
          <p:cNvPr id="4" name="Rectangle 3">
            <a:extLst>
              <a:ext uri="{FF2B5EF4-FFF2-40B4-BE49-F238E27FC236}">
                <a16:creationId xmlns:a16="http://schemas.microsoft.com/office/drawing/2014/main" id="{523D1453-F04A-14C3-85C0-0A3C21FA9341}"/>
              </a:ext>
            </a:extLst>
          </p:cNvPr>
          <p:cNvSpPr/>
          <p:nvPr/>
        </p:nvSpPr>
        <p:spPr>
          <a:xfrm>
            <a:off x="6625893" y="3765135"/>
            <a:ext cx="4162349" cy="45872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t>Structured summaries allow for effective semantic comparison between lead snapshots</a:t>
            </a:r>
          </a:p>
        </p:txBody>
      </p:sp>
    </p:spTree>
    <p:extLst>
      <p:ext uri="{BB962C8B-B14F-4D97-AF65-F5344CB8AC3E}">
        <p14:creationId xmlns:p14="http://schemas.microsoft.com/office/powerpoint/2010/main" val="29266835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BB45D5-C0F8-4195-646A-F2756F6E0149}"/>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03CE2F5D-875C-B56C-593E-548EED5C2C62}"/>
              </a:ext>
            </a:extLst>
          </p:cNvPr>
          <p:cNvSpPr/>
          <p:nvPr/>
        </p:nvSpPr>
        <p:spPr>
          <a:xfrm>
            <a:off x="577388" y="3965719"/>
            <a:ext cx="846518" cy="662347"/>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Snapshot Summarize</a:t>
            </a:r>
          </a:p>
        </p:txBody>
      </p:sp>
      <p:sp>
        <p:nvSpPr>
          <p:cNvPr id="2" name="Title 1">
            <a:extLst>
              <a:ext uri="{FF2B5EF4-FFF2-40B4-BE49-F238E27FC236}">
                <a16:creationId xmlns:a16="http://schemas.microsoft.com/office/drawing/2014/main" id="{10140FB6-04D9-BD60-406F-7127AEA56D6A}"/>
              </a:ext>
            </a:extLst>
          </p:cNvPr>
          <p:cNvSpPr>
            <a:spLocks noGrp="1"/>
          </p:cNvSpPr>
          <p:nvPr>
            <p:ph type="title"/>
          </p:nvPr>
        </p:nvSpPr>
        <p:spPr/>
        <p:txBody>
          <a:bodyPr>
            <a:normAutofit/>
          </a:bodyPr>
          <a:lstStyle/>
          <a:p>
            <a:r>
              <a:rPr lang="en-US" sz="4400" dirty="0"/>
              <a:t>App Architecture – Solution</a:t>
            </a:r>
          </a:p>
        </p:txBody>
      </p:sp>
      <p:sp>
        <p:nvSpPr>
          <p:cNvPr id="7" name="TextBox 6">
            <a:extLst>
              <a:ext uri="{FF2B5EF4-FFF2-40B4-BE49-F238E27FC236}">
                <a16:creationId xmlns:a16="http://schemas.microsoft.com/office/drawing/2014/main" id="{D8D585EF-66D7-D97E-20BE-252FFB59AE64}"/>
              </a:ext>
            </a:extLst>
          </p:cNvPr>
          <p:cNvSpPr txBox="1"/>
          <p:nvPr/>
        </p:nvSpPr>
        <p:spPr>
          <a:xfrm>
            <a:off x="2126596" y="2473230"/>
            <a:ext cx="1243248" cy="1338828"/>
          </a:xfrm>
          <a:prstGeom prst="rect">
            <a:avLst/>
          </a:prstGeom>
          <a:solidFill>
            <a:schemeClr val="accent3">
              <a:lumMod val="20000"/>
              <a:lumOff val="80000"/>
            </a:schemeClr>
          </a:solidFill>
          <a:ln w="28575">
            <a:solidFill>
              <a:schemeClr val="accent5"/>
            </a:solidFill>
          </a:ln>
        </p:spPr>
        <p:txBody>
          <a:bodyPr wrap="square" rtlCol="0">
            <a:spAutoFit/>
          </a:bodyPr>
          <a:lstStyle/>
          <a:p>
            <a:r>
              <a:rPr lang="en-US" sz="900" b="1" dirty="0"/>
              <a:t>Lead Account # 1234</a:t>
            </a:r>
          </a:p>
          <a:p>
            <a:endParaRPr lang="en-US" sz="900" dirty="0"/>
          </a:p>
          <a:p>
            <a:r>
              <a:rPr lang="en-US" sz="900" dirty="0"/>
              <a:t>Summary of current lead and history, engagement trends, information discovery, pipeline velocity, changes in contact seniority</a:t>
            </a:r>
          </a:p>
        </p:txBody>
      </p:sp>
      <p:pic>
        <p:nvPicPr>
          <p:cNvPr id="8" name="Picture 2" descr="OpenAI introduces the next evolution of ChatGPT: GPT-4">
            <a:extLst>
              <a:ext uri="{FF2B5EF4-FFF2-40B4-BE49-F238E27FC236}">
                <a16:creationId xmlns:a16="http://schemas.microsoft.com/office/drawing/2014/main" id="{6D079D91-F987-93DB-3E8A-CFC0066E554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9176" r="58981" b="14785"/>
          <a:stretch/>
        </p:blipFill>
        <p:spPr bwMode="auto">
          <a:xfrm>
            <a:off x="10190621" y="3938540"/>
            <a:ext cx="625883" cy="652643"/>
          </a:xfrm>
          <a:prstGeom prst="rect">
            <a:avLst/>
          </a:prstGeom>
          <a:noFill/>
          <a:extLst>
            <a:ext uri="{909E8E84-426E-40DD-AFC4-6F175D3DCCD1}">
              <a14:hiddenFill xmlns:a14="http://schemas.microsoft.com/office/drawing/2010/main">
                <a:solidFill>
                  <a:srgbClr val="FFFFFF"/>
                </a:solidFill>
              </a14:hiddenFill>
            </a:ext>
          </a:extLst>
        </p:spPr>
      </p:pic>
      <p:sp>
        <p:nvSpPr>
          <p:cNvPr id="9" name="Arrow: Right 8">
            <a:extLst>
              <a:ext uri="{FF2B5EF4-FFF2-40B4-BE49-F238E27FC236}">
                <a16:creationId xmlns:a16="http://schemas.microsoft.com/office/drawing/2014/main" id="{B7603746-F2CA-4AE0-4C9E-498CBE8C9739}"/>
              </a:ext>
            </a:extLst>
          </p:cNvPr>
          <p:cNvSpPr/>
          <p:nvPr/>
        </p:nvSpPr>
        <p:spPr>
          <a:xfrm>
            <a:off x="9087323" y="4127383"/>
            <a:ext cx="849737" cy="169507"/>
          </a:xfrm>
          <a:prstGeom prst="right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C68B003-9B81-D739-61F6-A94613EAAE15}"/>
              </a:ext>
            </a:extLst>
          </p:cNvPr>
          <p:cNvSpPr/>
          <p:nvPr/>
        </p:nvSpPr>
        <p:spPr>
          <a:xfrm>
            <a:off x="1228987" y="1837189"/>
            <a:ext cx="7621398" cy="385894"/>
          </a:xfrm>
          <a:prstGeom prst="rect">
            <a:avLst/>
          </a:prstGeom>
          <a:solidFill>
            <a:schemeClr val="accent3">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l"/>
            <a:r>
              <a:rPr lang="en-US" sz="1400" dirty="0"/>
              <a:t>Leverage LLM few-shot learning capabilities by providing the model with similar leads for reference </a:t>
            </a:r>
          </a:p>
        </p:txBody>
      </p:sp>
      <p:sp>
        <p:nvSpPr>
          <p:cNvPr id="14" name="TextBox 13">
            <a:extLst>
              <a:ext uri="{FF2B5EF4-FFF2-40B4-BE49-F238E27FC236}">
                <a16:creationId xmlns:a16="http://schemas.microsoft.com/office/drawing/2014/main" id="{EB9B4A9D-112C-E348-4347-5F71122C0A7D}"/>
              </a:ext>
            </a:extLst>
          </p:cNvPr>
          <p:cNvSpPr txBox="1"/>
          <p:nvPr/>
        </p:nvSpPr>
        <p:spPr>
          <a:xfrm>
            <a:off x="7512335" y="2626891"/>
            <a:ext cx="1243248" cy="1338828"/>
          </a:xfrm>
          <a:prstGeom prst="rect">
            <a:avLst/>
          </a:prstGeom>
          <a:solidFill>
            <a:schemeClr val="accent3">
              <a:lumMod val="20000"/>
              <a:lumOff val="80000"/>
            </a:schemeClr>
          </a:solidFill>
          <a:ln w="28575">
            <a:solidFill>
              <a:schemeClr val="accent5"/>
            </a:solidFill>
          </a:ln>
        </p:spPr>
        <p:txBody>
          <a:bodyPr wrap="square" rtlCol="0">
            <a:spAutoFit/>
          </a:bodyPr>
          <a:lstStyle/>
          <a:p>
            <a:r>
              <a:rPr lang="en-US" sz="900" b="1" dirty="0"/>
              <a:t>Lead Account # 1234</a:t>
            </a:r>
          </a:p>
          <a:p>
            <a:endParaRPr lang="en-US" sz="900" dirty="0"/>
          </a:p>
          <a:p>
            <a:r>
              <a:rPr lang="en-US" sz="900" dirty="0"/>
              <a:t>Summary of current lead and history, engagement trends, information discovery, pipeline velocity, changes in contact seniority</a:t>
            </a:r>
          </a:p>
        </p:txBody>
      </p:sp>
      <p:sp>
        <p:nvSpPr>
          <p:cNvPr id="15" name="Cylinder 14">
            <a:extLst>
              <a:ext uri="{FF2B5EF4-FFF2-40B4-BE49-F238E27FC236}">
                <a16:creationId xmlns:a16="http://schemas.microsoft.com/office/drawing/2014/main" id="{7426A682-B8B0-3F73-7DE2-612F764374F0}"/>
              </a:ext>
            </a:extLst>
          </p:cNvPr>
          <p:cNvSpPr/>
          <p:nvPr/>
        </p:nvSpPr>
        <p:spPr>
          <a:xfrm>
            <a:off x="1994889" y="4601362"/>
            <a:ext cx="1514213" cy="1367406"/>
          </a:xfrm>
          <a:prstGeom prst="can">
            <a:avLst/>
          </a:prstGeom>
          <a:solidFill>
            <a:schemeClr val="bg1">
              <a:lumMod val="65000"/>
            </a:schemeClr>
          </a:solidFill>
          <a:ln>
            <a:solidFill>
              <a:srgbClr val="002060"/>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t>Closed Leads</a:t>
            </a:r>
          </a:p>
        </p:txBody>
      </p:sp>
      <p:sp>
        <p:nvSpPr>
          <p:cNvPr id="16" name="Rectangle 15">
            <a:extLst>
              <a:ext uri="{FF2B5EF4-FFF2-40B4-BE49-F238E27FC236}">
                <a16:creationId xmlns:a16="http://schemas.microsoft.com/office/drawing/2014/main" id="{6482163D-FAC3-6C23-F442-93177B6ED842}"/>
              </a:ext>
            </a:extLst>
          </p:cNvPr>
          <p:cNvSpPr/>
          <p:nvPr/>
        </p:nvSpPr>
        <p:spPr>
          <a:xfrm>
            <a:off x="4042083" y="3911477"/>
            <a:ext cx="1413546" cy="515922"/>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all-MiniLM-L6-v2</a:t>
            </a:r>
          </a:p>
          <a:p>
            <a:pPr algn="ctr"/>
            <a:r>
              <a:rPr lang="en-US" sz="1100" dirty="0"/>
              <a:t>Encoder </a:t>
            </a:r>
          </a:p>
        </p:txBody>
      </p:sp>
      <p:pic>
        <p:nvPicPr>
          <p:cNvPr id="4100" name="Picture 4" descr="Cosine Similarity Explained using Python - Machine Learning - PyShark">
            <a:extLst>
              <a:ext uri="{FF2B5EF4-FFF2-40B4-BE49-F238E27FC236}">
                <a16:creationId xmlns:a16="http://schemas.microsoft.com/office/drawing/2014/main" id="{EEBF3B5A-A7A2-E99D-4FFD-BD410EC843D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153" t="19156" r="33246" b="5007"/>
          <a:stretch/>
        </p:blipFill>
        <p:spPr bwMode="auto">
          <a:xfrm>
            <a:off x="5631724" y="3755656"/>
            <a:ext cx="849737" cy="824740"/>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C2ED0EE1-1748-EEB2-4F41-B536E8EBDF5A}"/>
              </a:ext>
            </a:extLst>
          </p:cNvPr>
          <p:cNvSpPr txBox="1"/>
          <p:nvPr/>
        </p:nvSpPr>
        <p:spPr>
          <a:xfrm>
            <a:off x="7581123" y="4339204"/>
            <a:ext cx="1243248" cy="1615827"/>
          </a:xfrm>
          <a:prstGeom prst="rect">
            <a:avLst/>
          </a:prstGeom>
          <a:solidFill>
            <a:schemeClr val="bg1">
              <a:lumMod val="75000"/>
            </a:schemeClr>
          </a:solidFill>
          <a:ln w="28575">
            <a:solidFill>
              <a:schemeClr val="accent5"/>
            </a:solidFill>
          </a:ln>
        </p:spPr>
        <p:txBody>
          <a:bodyPr wrap="square" rtlCol="0">
            <a:spAutoFit/>
          </a:bodyPr>
          <a:lstStyle/>
          <a:p>
            <a:r>
              <a:rPr lang="en-US" sz="900" b="1" dirty="0"/>
              <a:t>Lead Account # 6435</a:t>
            </a:r>
          </a:p>
          <a:p>
            <a:endParaRPr lang="en-US" sz="900" dirty="0"/>
          </a:p>
          <a:p>
            <a:r>
              <a:rPr lang="en-US" sz="900" dirty="0"/>
              <a:t>Company Name</a:t>
            </a:r>
          </a:p>
          <a:p>
            <a:r>
              <a:rPr lang="en-US" sz="900" dirty="0"/>
              <a:t>Industry</a:t>
            </a:r>
          </a:p>
          <a:p>
            <a:r>
              <a:rPr lang="en-US" sz="900" dirty="0"/>
              <a:t>Deal Value</a:t>
            </a:r>
          </a:p>
          <a:p>
            <a:r>
              <a:rPr lang="en-US" sz="900" dirty="0"/>
              <a:t>Engagement Level</a:t>
            </a:r>
          </a:p>
          <a:p>
            <a:r>
              <a:rPr lang="en-US" sz="900" dirty="0"/>
              <a:t>Pipeline Stage</a:t>
            </a:r>
          </a:p>
          <a:p>
            <a:r>
              <a:rPr lang="en-US" sz="900" dirty="0"/>
              <a:t>Contact Seniority</a:t>
            </a:r>
          </a:p>
          <a:p>
            <a:r>
              <a:rPr lang="en-US" sz="900" dirty="0"/>
              <a:t>.</a:t>
            </a:r>
          </a:p>
          <a:p>
            <a:r>
              <a:rPr lang="en-US" sz="900" dirty="0"/>
              <a:t>.</a:t>
            </a:r>
          </a:p>
          <a:p>
            <a:r>
              <a:rPr lang="en-US" sz="900" dirty="0"/>
              <a:t>.</a:t>
            </a:r>
          </a:p>
        </p:txBody>
      </p:sp>
      <p:sp>
        <p:nvSpPr>
          <p:cNvPr id="19" name="TextBox 18">
            <a:extLst>
              <a:ext uri="{FF2B5EF4-FFF2-40B4-BE49-F238E27FC236}">
                <a16:creationId xmlns:a16="http://schemas.microsoft.com/office/drawing/2014/main" id="{06AA850E-037D-1D31-470D-E4EA633F6073}"/>
              </a:ext>
            </a:extLst>
          </p:cNvPr>
          <p:cNvSpPr txBox="1"/>
          <p:nvPr/>
        </p:nvSpPr>
        <p:spPr>
          <a:xfrm>
            <a:off x="7456965" y="4422629"/>
            <a:ext cx="1243248" cy="1615827"/>
          </a:xfrm>
          <a:prstGeom prst="rect">
            <a:avLst/>
          </a:prstGeom>
          <a:solidFill>
            <a:schemeClr val="bg1">
              <a:lumMod val="75000"/>
            </a:schemeClr>
          </a:solidFill>
          <a:ln w="28575">
            <a:solidFill>
              <a:schemeClr val="accent5"/>
            </a:solidFill>
          </a:ln>
        </p:spPr>
        <p:txBody>
          <a:bodyPr wrap="square" rtlCol="0">
            <a:spAutoFit/>
          </a:bodyPr>
          <a:lstStyle/>
          <a:p>
            <a:r>
              <a:rPr lang="en-US" sz="900" b="1" dirty="0"/>
              <a:t>Lead Account # 8654</a:t>
            </a:r>
          </a:p>
          <a:p>
            <a:endParaRPr lang="en-US" sz="900" dirty="0"/>
          </a:p>
          <a:p>
            <a:r>
              <a:rPr lang="en-US" sz="900" dirty="0"/>
              <a:t>Company Name</a:t>
            </a:r>
          </a:p>
          <a:p>
            <a:r>
              <a:rPr lang="en-US" sz="900" dirty="0"/>
              <a:t>Industry</a:t>
            </a:r>
          </a:p>
          <a:p>
            <a:r>
              <a:rPr lang="en-US" sz="900" dirty="0"/>
              <a:t>Deal Value</a:t>
            </a:r>
          </a:p>
          <a:p>
            <a:r>
              <a:rPr lang="en-US" sz="900" dirty="0"/>
              <a:t>Engagement Level</a:t>
            </a:r>
          </a:p>
          <a:p>
            <a:r>
              <a:rPr lang="en-US" sz="900" dirty="0"/>
              <a:t>Pipeline Stage</a:t>
            </a:r>
          </a:p>
          <a:p>
            <a:r>
              <a:rPr lang="en-US" sz="900" dirty="0"/>
              <a:t>Contact Seniority</a:t>
            </a:r>
          </a:p>
          <a:p>
            <a:r>
              <a:rPr lang="en-US" sz="900" dirty="0"/>
              <a:t>.</a:t>
            </a:r>
          </a:p>
          <a:p>
            <a:r>
              <a:rPr lang="en-US" sz="900" dirty="0"/>
              <a:t>.</a:t>
            </a:r>
          </a:p>
          <a:p>
            <a:r>
              <a:rPr lang="en-US" sz="900" dirty="0"/>
              <a:t>.</a:t>
            </a:r>
          </a:p>
        </p:txBody>
      </p:sp>
      <p:sp>
        <p:nvSpPr>
          <p:cNvPr id="20" name="TextBox 19">
            <a:extLst>
              <a:ext uri="{FF2B5EF4-FFF2-40B4-BE49-F238E27FC236}">
                <a16:creationId xmlns:a16="http://schemas.microsoft.com/office/drawing/2014/main" id="{03E05407-D83A-02B1-36E7-F8F8EEC2F898}"/>
              </a:ext>
            </a:extLst>
          </p:cNvPr>
          <p:cNvSpPr txBox="1"/>
          <p:nvPr/>
        </p:nvSpPr>
        <p:spPr>
          <a:xfrm>
            <a:off x="7332807" y="4506054"/>
            <a:ext cx="1243248" cy="1615827"/>
          </a:xfrm>
          <a:prstGeom prst="rect">
            <a:avLst/>
          </a:prstGeom>
          <a:solidFill>
            <a:schemeClr val="bg1">
              <a:lumMod val="75000"/>
            </a:schemeClr>
          </a:solidFill>
          <a:ln w="28575">
            <a:solidFill>
              <a:schemeClr val="accent5"/>
            </a:solidFill>
          </a:ln>
        </p:spPr>
        <p:txBody>
          <a:bodyPr wrap="square" rtlCol="0">
            <a:spAutoFit/>
          </a:bodyPr>
          <a:lstStyle/>
          <a:p>
            <a:r>
              <a:rPr lang="en-US" sz="900" b="1" dirty="0"/>
              <a:t>Lead Account # 1746</a:t>
            </a:r>
          </a:p>
          <a:p>
            <a:endParaRPr lang="en-US" sz="900" dirty="0"/>
          </a:p>
          <a:p>
            <a:r>
              <a:rPr lang="en-US" sz="900" dirty="0"/>
              <a:t>Company Name</a:t>
            </a:r>
          </a:p>
          <a:p>
            <a:r>
              <a:rPr lang="en-US" sz="900" dirty="0"/>
              <a:t>Industry</a:t>
            </a:r>
          </a:p>
          <a:p>
            <a:r>
              <a:rPr lang="en-US" sz="900" dirty="0"/>
              <a:t>Deal Value</a:t>
            </a:r>
          </a:p>
          <a:p>
            <a:r>
              <a:rPr lang="en-US" sz="900" dirty="0"/>
              <a:t>Engagement Level</a:t>
            </a:r>
          </a:p>
          <a:p>
            <a:r>
              <a:rPr lang="en-US" sz="900" dirty="0"/>
              <a:t>Pipeline Stage</a:t>
            </a:r>
          </a:p>
          <a:p>
            <a:r>
              <a:rPr lang="en-US" sz="900" dirty="0"/>
              <a:t>Contact Seniority</a:t>
            </a:r>
          </a:p>
          <a:p>
            <a:r>
              <a:rPr lang="en-US" sz="900" dirty="0"/>
              <a:t>.</a:t>
            </a:r>
          </a:p>
          <a:p>
            <a:r>
              <a:rPr lang="en-US" sz="900" dirty="0"/>
              <a:t>.</a:t>
            </a:r>
          </a:p>
          <a:p>
            <a:r>
              <a:rPr lang="en-US" sz="900" dirty="0"/>
              <a:t>.</a:t>
            </a:r>
          </a:p>
        </p:txBody>
      </p:sp>
      <p:sp>
        <p:nvSpPr>
          <p:cNvPr id="21" name="TextBox 20">
            <a:extLst>
              <a:ext uri="{FF2B5EF4-FFF2-40B4-BE49-F238E27FC236}">
                <a16:creationId xmlns:a16="http://schemas.microsoft.com/office/drawing/2014/main" id="{D573C952-73DC-E957-57E7-84AB875148B0}"/>
              </a:ext>
            </a:extLst>
          </p:cNvPr>
          <p:cNvSpPr txBox="1"/>
          <p:nvPr/>
        </p:nvSpPr>
        <p:spPr>
          <a:xfrm>
            <a:off x="7208649" y="4580396"/>
            <a:ext cx="1243248" cy="1615827"/>
          </a:xfrm>
          <a:prstGeom prst="rect">
            <a:avLst/>
          </a:prstGeom>
          <a:solidFill>
            <a:schemeClr val="bg1">
              <a:lumMod val="75000"/>
            </a:schemeClr>
          </a:solidFill>
          <a:ln w="28575">
            <a:solidFill>
              <a:schemeClr val="accent5"/>
            </a:solidFill>
          </a:ln>
        </p:spPr>
        <p:txBody>
          <a:bodyPr wrap="square" rtlCol="0">
            <a:spAutoFit/>
          </a:bodyPr>
          <a:lstStyle/>
          <a:p>
            <a:r>
              <a:rPr lang="en-US" sz="900" b="1" dirty="0"/>
              <a:t>Lead Account # 1746</a:t>
            </a:r>
          </a:p>
          <a:p>
            <a:endParaRPr lang="en-US" sz="900" dirty="0"/>
          </a:p>
          <a:p>
            <a:r>
              <a:rPr lang="en-US" sz="900" dirty="0"/>
              <a:t>Company Name</a:t>
            </a:r>
          </a:p>
          <a:p>
            <a:r>
              <a:rPr lang="en-US" sz="900" dirty="0"/>
              <a:t>Industry</a:t>
            </a:r>
          </a:p>
          <a:p>
            <a:r>
              <a:rPr lang="en-US" sz="900" dirty="0"/>
              <a:t>Deal Value</a:t>
            </a:r>
          </a:p>
          <a:p>
            <a:r>
              <a:rPr lang="en-US" sz="900" dirty="0"/>
              <a:t>Engagement Level</a:t>
            </a:r>
          </a:p>
          <a:p>
            <a:r>
              <a:rPr lang="en-US" sz="900" dirty="0"/>
              <a:t>Pipeline Stage</a:t>
            </a:r>
          </a:p>
          <a:p>
            <a:r>
              <a:rPr lang="en-US" sz="900" dirty="0"/>
              <a:t>Contact Seniority</a:t>
            </a:r>
          </a:p>
          <a:p>
            <a:r>
              <a:rPr lang="en-US" sz="900" dirty="0"/>
              <a:t>.</a:t>
            </a:r>
          </a:p>
          <a:p>
            <a:r>
              <a:rPr lang="en-US" sz="900" dirty="0"/>
              <a:t>.</a:t>
            </a:r>
          </a:p>
          <a:p>
            <a:r>
              <a:rPr lang="en-US" sz="900" dirty="0"/>
              <a:t>.</a:t>
            </a:r>
          </a:p>
        </p:txBody>
      </p:sp>
      <p:sp>
        <p:nvSpPr>
          <p:cNvPr id="22" name="TextBox 21">
            <a:extLst>
              <a:ext uri="{FF2B5EF4-FFF2-40B4-BE49-F238E27FC236}">
                <a16:creationId xmlns:a16="http://schemas.microsoft.com/office/drawing/2014/main" id="{459E6F9A-B702-CAC4-CCE8-75ECE5DC9C62}"/>
              </a:ext>
            </a:extLst>
          </p:cNvPr>
          <p:cNvSpPr txBox="1"/>
          <p:nvPr/>
        </p:nvSpPr>
        <p:spPr>
          <a:xfrm>
            <a:off x="7084491" y="4662682"/>
            <a:ext cx="1243248" cy="1615827"/>
          </a:xfrm>
          <a:prstGeom prst="rect">
            <a:avLst/>
          </a:prstGeom>
          <a:solidFill>
            <a:schemeClr val="bg1">
              <a:lumMod val="75000"/>
            </a:schemeClr>
          </a:solidFill>
          <a:ln w="28575">
            <a:solidFill>
              <a:schemeClr val="accent5"/>
            </a:solidFill>
          </a:ln>
        </p:spPr>
        <p:txBody>
          <a:bodyPr wrap="square" rtlCol="0">
            <a:spAutoFit/>
          </a:bodyPr>
          <a:lstStyle/>
          <a:p>
            <a:r>
              <a:rPr lang="en-US" sz="900" b="1" dirty="0"/>
              <a:t>Lead Account # 9653</a:t>
            </a:r>
          </a:p>
          <a:p>
            <a:endParaRPr lang="en-US" sz="900" dirty="0"/>
          </a:p>
          <a:p>
            <a:r>
              <a:rPr lang="en-US" sz="900" dirty="0"/>
              <a:t>Summary of current lead and history, engagement trends, information discovery, pipeline velocity, changes in contact seniority</a:t>
            </a:r>
          </a:p>
          <a:p>
            <a:endParaRPr lang="en-US" sz="900" dirty="0"/>
          </a:p>
          <a:p>
            <a:r>
              <a:rPr lang="en-US" sz="900" b="1" dirty="0">
                <a:highlight>
                  <a:srgbClr val="FFFF00"/>
                </a:highlight>
              </a:rPr>
              <a:t>Conversation Status</a:t>
            </a:r>
          </a:p>
        </p:txBody>
      </p:sp>
      <p:sp>
        <p:nvSpPr>
          <p:cNvPr id="24" name="Plus Sign 23">
            <a:extLst>
              <a:ext uri="{FF2B5EF4-FFF2-40B4-BE49-F238E27FC236}">
                <a16:creationId xmlns:a16="http://schemas.microsoft.com/office/drawing/2014/main" id="{5D8BA39C-263D-AF00-7089-52E7018610AE}"/>
              </a:ext>
            </a:extLst>
          </p:cNvPr>
          <p:cNvSpPr/>
          <p:nvPr/>
        </p:nvSpPr>
        <p:spPr>
          <a:xfrm>
            <a:off x="8025733" y="4049564"/>
            <a:ext cx="224827" cy="215298"/>
          </a:xfrm>
          <a:prstGeom prst="mathPlus">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A0A3088A-3D4D-0DAE-AEA9-8A994EEAA3F2}"/>
              </a:ext>
            </a:extLst>
          </p:cNvPr>
          <p:cNvSpPr txBox="1"/>
          <p:nvPr/>
        </p:nvSpPr>
        <p:spPr>
          <a:xfrm>
            <a:off x="8853173" y="2978885"/>
            <a:ext cx="2957119" cy="954107"/>
          </a:xfrm>
          <a:prstGeom prst="rect">
            <a:avLst/>
          </a:prstGeom>
          <a:noFill/>
        </p:spPr>
        <p:txBody>
          <a:bodyPr wrap="square" rtlCol="0">
            <a:spAutoFit/>
          </a:bodyPr>
          <a:lstStyle/>
          <a:p>
            <a:r>
              <a:rPr lang="en-US" sz="1400" dirty="0"/>
              <a:t>Prompt: “Provide a lead priority score for this lead based …</a:t>
            </a:r>
          </a:p>
          <a:p>
            <a:r>
              <a:rPr lang="en-US" sz="1400" dirty="0"/>
              <a:t>… Use the </a:t>
            </a:r>
            <a:r>
              <a:rPr lang="en-US" sz="1400" dirty="0" err="1"/>
              <a:t>comparables</a:t>
            </a:r>
            <a:r>
              <a:rPr lang="en-US" sz="1400" dirty="0"/>
              <a:t> and broader sales knowledge”</a:t>
            </a:r>
          </a:p>
        </p:txBody>
      </p:sp>
      <p:cxnSp>
        <p:nvCxnSpPr>
          <p:cNvPr id="31" name="Connector: Elbow 30">
            <a:extLst>
              <a:ext uri="{FF2B5EF4-FFF2-40B4-BE49-F238E27FC236}">
                <a16:creationId xmlns:a16="http://schemas.microsoft.com/office/drawing/2014/main" id="{4079520F-F403-B088-F882-FBA76AB9715A}"/>
              </a:ext>
            </a:extLst>
          </p:cNvPr>
          <p:cNvCxnSpPr>
            <a:stCxn id="7" idx="3"/>
            <a:endCxn id="16" idx="1"/>
          </p:cNvCxnSpPr>
          <p:nvPr/>
        </p:nvCxnSpPr>
        <p:spPr>
          <a:xfrm>
            <a:off x="3369844" y="3142644"/>
            <a:ext cx="672239" cy="1026794"/>
          </a:xfrm>
          <a:prstGeom prst="bentConnector3">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Connector: Elbow 32">
            <a:extLst>
              <a:ext uri="{FF2B5EF4-FFF2-40B4-BE49-F238E27FC236}">
                <a16:creationId xmlns:a16="http://schemas.microsoft.com/office/drawing/2014/main" id="{497D1F6E-9994-F59E-6B74-3D42E23CE979}"/>
              </a:ext>
            </a:extLst>
          </p:cNvPr>
          <p:cNvCxnSpPr>
            <a:stCxn id="15" idx="4"/>
            <a:endCxn id="16" idx="1"/>
          </p:cNvCxnSpPr>
          <p:nvPr/>
        </p:nvCxnSpPr>
        <p:spPr>
          <a:xfrm flipV="1">
            <a:off x="3509102" y="4169438"/>
            <a:ext cx="532981" cy="1115627"/>
          </a:xfrm>
          <a:prstGeom prst="bentConnector3">
            <a:avLst>
              <a:gd name="adj1" fmla="val 35047"/>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D65697CC-783B-D146-DD48-2A3A27C5709D}"/>
              </a:ext>
            </a:extLst>
          </p:cNvPr>
          <p:cNvSpPr txBox="1"/>
          <p:nvPr/>
        </p:nvSpPr>
        <p:spPr>
          <a:xfrm>
            <a:off x="10137496" y="4610317"/>
            <a:ext cx="839179" cy="369332"/>
          </a:xfrm>
          <a:prstGeom prst="rect">
            <a:avLst/>
          </a:prstGeom>
          <a:noFill/>
        </p:spPr>
        <p:txBody>
          <a:bodyPr wrap="square" rtlCol="0">
            <a:spAutoFit/>
          </a:bodyPr>
          <a:lstStyle/>
          <a:p>
            <a:r>
              <a:rPr lang="en-US" dirty="0"/>
              <a:t>GPT-4</a:t>
            </a:r>
          </a:p>
        </p:txBody>
      </p:sp>
      <p:cxnSp>
        <p:nvCxnSpPr>
          <p:cNvPr id="37" name="Straight Arrow Connector 36">
            <a:extLst>
              <a:ext uri="{FF2B5EF4-FFF2-40B4-BE49-F238E27FC236}">
                <a16:creationId xmlns:a16="http://schemas.microsoft.com/office/drawing/2014/main" id="{D24267A5-CE61-C9C6-BB99-27CF18680334}"/>
              </a:ext>
            </a:extLst>
          </p:cNvPr>
          <p:cNvCxnSpPr>
            <a:stCxn id="4100" idx="3"/>
          </p:cNvCxnSpPr>
          <p:nvPr/>
        </p:nvCxnSpPr>
        <p:spPr>
          <a:xfrm>
            <a:off x="6481461" y="4168026"/>
            <a:ext cx="997890" cy="0"/>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9482A085-16C7-19B2-8548-927B9F308AB2}"/>
              </a:ext>
            </a:extLst>
          </p:cNvPr>
          <p:cNvCxnSpPr>
            <a:stCxn id="16" idx="3"/>
            <a:endCxn id="4100" idx="1"/>
          </p:cNvCxnSpPr>
          <p:nvPr/>
        </p:nvCxnSpPr>
        <p:spPr>
          <a:xfrm flipV="1">
            <a:off x="5455629" y="4168026"/>
            <a:ext cx="176095" cy="1412"/>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1AA466D0-9599-D7DB-B86A-40762C5B28AD}"/>
              </a:ext>
            </a:extLst>
          </p:cNvPr>
          <p:cNvSpPr/>
          <p:nvPr/>
        </p:nvSpPr>
        <p:spPr>
          <a:xfrm>
            <a:off x="8139250" y="5756518"/>
            <a:ext cx="1119930" cy="230697"/>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Results Known</a:t>
            </a:r>
          </a:p>
        </p:txBody>
      </p:sp>
      <p:sp>
        <p:nvSpPr>
          <p:cNvPr id="42" name="TextBox 41">
            <a:extLst>
              <a:ext uri="{FF2B5EF4-FFF2-40B4-BE49-F238E27FC236}">
                <a16:creationId xmlns:a16="http://schemas.microsoft.com/office/drawing/2014/main" id="{7BA14759-DD5A-38AD-C211-69E505FA1DD0}"/>
              </a:ext>
            </a:extLst>
          </p:cNvPr>
          <p:cNvSpPr txBox="1"/>
          <p:nvPr/>
        </p:nvSpPr>
        <p:spPr>
          <a:xfrm>
            <a:off x="5408651" y="4563424"/>
            <a:ext cx="1377192" cy="369332"/>
          </a:xfrm>
          <a:prstGeom prst="rect">
            <a:avLst/>
          </a:prstGeom>
          <a:noFill/>
        </p:spPr>
        <p:txBody>
          <a:bodyPr wrap="square" rtlCol="0">
            <a:spAutoFit/>
          </a:bodyPr>
          <a:lstStyle/>
          <a:p>
            <a:pPr algn="ctr"/>
            <a:r>
              <a:rPr lang="en-US" sz="900" dirty="0"/>
              <a:t>Cosine Similarity</a:t>
            </a:r>
          </a:p>
          <a:p>
            <a:pPr algn="ctr"/>
            <a:r>
              <a:rPr lang="en-US" sz="900" dirty="0"/>
              <a:t>(For text embeddings)</a:t>
            </a:r>
          </a:p>
        </p:txBody>
      </p:sp>
      <p:sp>
        <p:nvSpPr>
          <p:cNvPr id="43" name="Rectangle 42">
            <a:extLst>
              <a:ext uri="{FF2B5EF4-FFF2-40B4-BE49-F238E27FC236}">
                <a16:creationId xmlns:a16="http://schemas.microsoft.com/office/drawing/2014/main" id="{B0A970EC-758E-C130-A5BF-EF586AD085A8}"/>
              </a:ext>
            </a:extLst>
          </p:cNvPr>
          <p:cNvSpPr/>
          <p:nvPr/>
        </p:nvSpPr>
        <p:spPr>
          <a:xfrm>
            <a:off x="10595715" y="3766545"/>
            <a:ext cx="1119930" cy="28986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In-Context Learning</a:t>
            </a:r>
          </a:p>
        </p:txBody>
      </p:sp>
      <p:sp>
        <p:nvSpPr>
          <p:cNvPr id="44" name="Rectangle 43">
            <a:extLst>
              <a:ext uri="{FF2B5EF4-FFF2-40B4-BE49-F238E27FC236}">
                <a16:creationId xmlns:a16="http://schemas.microsoft.com/office/drawing/2014/main" id="{25A93538-FC71-DA8F-0AC9-DE62AE86D4C2}"/>
              </a:ext>
            </a:extLst>
          </p:cNvPr>
          <p:cNvSpPr/>
          <p:nvPr/>
        </p:nvSpPr>
        <p:spPr>
          <a:xfrm>
            <a:off x="5455629" y="3348530"/>
            <a:ext cx="1283236" cy="360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Get top k=5 most similar closed leads</a:t>
            </a:r>
          </a:p>
        </p:txBody>
      </p:sp>
      <p:sp>
        <p:nvSpPr>
          <p:cNvPr id="3" name="Rectangle 2">
            <a:extLst>
              <a:ext uri="{FF2B5EF4-FFF2-40B4-BE49-F238E27FC236}">
                <a16:creationId xmlns:a16="http://schemas.microsoft.com/office/drawing/2014/main" id="{4E460273-AFF5-44D6-7460-24D207E7472D}"/>
              </a:ext>
            </a:extLst>
          </p:cNvPr>
          <p:cNvSpPr/>
          <p:nvPr/>
        </p:nvSpPr>
        <p:spPr>
          <a:xfrm>
            <a:off x="3519588" y="2447385"/>
            <a:ext cx="1790071" cy="633538"/>
          </a:xfrm>
          <a:prstGeom prst="rect">
            <a:avLst/>
          </a:prstGeom>
          <a:solidFill>
            <a:srgbClr val="12739A"/>
          </a:solidFill>
          <a:ln w="571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bg1"/>
                </a:solidFill>
              </a:rPr>
              <a:t>Now detailed summaries with historical context. Structured format for semantic comparison</a:t>
            </a:r>
          </a:p>
        </p:txBody>
      </p:sp>
      <p:sp>
        <p:nvSpPr>
          <p:cNvPr id="4" name="Rectangle 3">
            <a:extLst>
              <a:ext uri="{FF2B5EF4-FFF2-40B4-BE49-F238E27FC236}">
                <a16:creationId xmlns:a16="http://schemas.microsoft.com/office/drawing/2014/main" id="{F906B4BF-B9C4-F0ED-16E0-ECFD1CD34BA6}"/>
              </a:ext>
            </a:extLst>
          </p:cNvPr>
          <p:cNvSpPr/>
          <p:nvPr/>
        </p:nvSpPr>
        <p:spPr>
          <a:xfrm>
            <a:off x="5355208" y="4932756"/>
            <a:ext cx="1463881" cy="666130"/>
          </a:xfrm>
          <a:prstGeom prst="rect">
            <a:avLst/>
          </a:prstGeom>
          <a:solidFill>
            <a:srgbClr val="12739A"/>
          </a:solidFill>
          <a:ln w="571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bg1"/>
                </a:solidFill>
              </a:rPr>
              <a:t>Now can compare on similar pipeline progressions, engagement trends etc.</a:t>
            </a:r>
          </a:p>
        </p:txBody>
      </p:sp>
      <p:pic>
        <p:nvPicPr>
          <p:cNvPr id="5" name="Picture 2" descr="OpenAI introduces the next evolution of ChatGPT: GPT-4">
            <a:extLst>
              <a:ext uri="{FF2B5EF4-FFF2-40B4-BE49-F238E27FC236}">
                <a16:creationId xmlns:a16="http://schemas.microsoft.com/office/drawing/2014/main" id="{0563458D-6E0C-C797-6220-BBD2155D0DF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9176" r="58981" b="14785"/>
          <a:stretch/>
        </p:blipFill>
        <p:spPr bwMode="auto">
          <a:xfrm>
            <a:off x="798278" y="4497304"/>
            <a:ext cx="425096" cy="44327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D4219E8D-96F7-11A6-CA5D-2CC3DFA080E2}"/>
              </a:ext>
            </a:extLst>
          </p:cNvPr>
          <p:cNvSpPr txBox="1"/>
          <p:nvPr/>
        </p:nvSpPr>
        <p:spPr>
          <a:xfrm>
            <a:off x="529642" y="4904053"/>
            <a:ext cx="989882" cy="369332"/>
          </a:xfrm>
          <a:prstGeom prst="rect">
            <a:avLst/>
          </a:prstGeom>
          <a:noFill/>
        </p:spPr>
        <p:txBody>
          <a:bodyPr wrap="square" rtlCol="0">
            <a:spAutoFit/>
          </a:bodyPr>
          <a:lstStyle/>
          <a:p>
            <a:r>
              <a:rPr lang="en-US" dirty="0"/>
              <a:t>GPT-3.5</a:t>
            </a:r>
          </a:p>
        </p:txBody>
      </p:sp>
      <p:cxnSp>
        <p:nvCxnSpPr>
          <p:cNvPr id="11" name="Connector: Elbow 10">
            <a:extLst>
              <a:ext uri="{FF2B5EF4-FFF2-40B4-BE49-F238E27FC236}">
                <a16:creationId xmlns:a16="http://schemas.microsoft.com/office/drawing/2014/main" id="{E37B51C2-8013-310F-1CE8-17BCE2E88EDE}"/>
              </a:ext>
            </a:extLst>
          </p:cNvPr>
          <p:cNvCxnSpPr>
            <a:cxnSpLocks/>
            <a:stCxn id="10" idx="3"/>
            <a:endCxn id="7" idx="1"/>
          </p:cNvCxnSpPr>
          <p:nvPr/>
        </p:nvCxnSpPr>
        <p:spPr>
          <a:xfrm flipV="1">
            <a:off x="1423906" y="3142644"/>
            <a:ext cx="702690" cy="1154249"/>
          </a:xfrm>
          <a:prstGeom prst="bentConnector3">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Connector: Elbow 25">
            <a:extLst>
              <a:ext uri="{FF2B5EF4-FFF2-40B4-BE49-F238E27FC236}">
                <a16:creationId xmlns:a16="http://schemas.microsoft.com/office/drawing/2014/main" id="{26B95939-FEAD-0E35-FD1D-66311AA9D22F}"/>
              </a:ext>
            </a:extLst>
          </p:cNvPr>
          <p:cNvCxnSpPr>
            <a:cxnSpLocks/>
            <a:stCxn id="10" idx="3"/>
            <a:endCxn id="15" idx="2"/>
          </p:cNvCxnSpPr>
          <p:nvPr/>
        </p:nvCxnSpPr>
        <p:spPr>
          <a:xfrm>
            <a:off x="1423906" y="4296893"/>
            <a:ext cx="570983" cy="988172"/>
          </a:xfrm>
          <a:prstGeom prst="bentConnector3">
            <a:avLst>
              <a:gd name="adj1" fmla="val 61754"/>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36" name="Cylinder 35">
            <a:extLst>
              <a:ext uri="{FF2B5EF4-FFF2-40B4-BE49-F238E27FC236}">
                <a16:creationId xmlns:a16="http://schemas.microsoft.com/office/drawing/2014/main" id="{C809EC8D-F46B-DF06-3751-74844981845A}"/>
              </a:ext>
            </a:extLst>
          </p:cNvPr>
          <p:cNvSpPr/>
          <p:nvPr/>
        </p:nvSpPr>
        <p:spPr>
          <a:xfrm>
            <a:off x="396444" y="2406774"/>
            <a:ext cx="1207591" cy="1073222"/>
          </a:xfrm>
          <a:prstGeom prst="can">
            <a:avLst/>
          </a:prstGeom>
          <a:solidFill>
            <a:schemeClr val="bg1">
              <a:lumMod val="65000"/>
            </a:schemeClr>
          </a:solidFill>
          <a:ln>
            <a:solidFill>
              <a:srgbClr val="002060"/>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t>Snapshots</a:t>
            </a:r>
          </a:p>
        </p:txBody>
      </p:sp>
      <p:cxnSp>
        <p:nvCxnSpPr>
          <p:cNvPr id="38" name="Straight Arrow Connector 37">
            <a:extLst>
              <a:ext uri="{FF2B5EF4-FFF2-40B4-BE49-F238E27FC236}">
                <a16:creationId xmlns:a16="http://schemas.microsoft.com/office/drawing/2014/main" id="{07BF636D-CD52-713C-5502-31E1D2D94E03}"/>
              </a:ext>
            </a:extLst>
          </p:cNvPr>
          <p:cNvCxnSpPr>
            <a:cxnSpLocks/>
            <a:stCxn id="36" idx="3"/>
            <a:endCxn id="10" idx="0"/>
          </p:cNvCxnSpPr>
          <p:nvPr/>
        </p:nvCxnSpPr>
        <p:spPr>
          <a:xfrm>
            <a:off x="1000240" y="3479996"/>
            <a:ext cx="407" cy="485723"/>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46" name="Rectangle 45">
            <a:extLst>
              <a:ext uri="{FF2B5EF4-FFF2-40B4-BE49-F238E27FC236}">
                <a16:creationId xmlns:a16="http://schemas.microsoft.com/office/drawing/2014/main" id="{08F700AF-0036-6B07-3462-4BD507B1711E}"/>
              </a:ext>
            </a:extLst>
          </p:cNvPr>
          <p:cNvSpPr/>
          <p:nvPr/>
        </p:nvSpPr>
        <p:spPr>
          <a:xfrm>
            <a:off x="9551559" y="5138246"/>
            <a:ext cx="2351569" cy="623581"/>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buAutoNum type="arabicPeriod"/>
            </a:pPr>
            <a:r>
              <a:rPr lang="en-US" sz="1200" dirty="0"/>
              <a:t>Company Fit:</a:t>
            </a:r>
          </a:p>
          <a:p>
            <a:pPr marL="342900" indent="-342900">
              <a:buAutoNum type="arabicPeriod"/>
            </a:pPr>
            <a:r>
              <a:rPr lang="en-US" sz="1200" dirty="0"/>
              <a:t>Engagement Quality:</a:t>
            </a:r>
          </a:p>
          <a:p>
            <a:pPr marL="342900" indent="-342900">
              <a:buAutoNum type="arabicPeriod"/>
            </a:pPr>
            <a:r>
              <a:rPr lang="en-US" sz="1200" dirty="0"/>
              <a:t>Pipeline Progress Potential:</a:t>
            </a:r>
          </a:p>
        </p:txBody>
      </p:sp>
      <p:sp>
        <p:nvSpPr>
          <p:cNvPr id="47" name="Rectangle 46">
            <a:extLst>
              <a:ext uri="{FF2B5EF4-FFF2-40B4-BE49-F238E27FC236}">
                <a16:creationId xmlns:a16="http://schemas.microsoft.com/office/drawing/2014/main" id="{BA93D820-B4E1-5014-F63E-7EC30DEB1AB8}"/>
              </a:ext>
            </a:extLst>
          </p:cNvPr>
          <p:cNvSpPr/>
          <p:nvPr/>
        </p:nvSpPr>
        <p:spPr>
          <a:xfrm>
            <a:off x="9551558" y="5796437"/>
            <a:ext cx="2351569" cy="260550"/>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t>Lead Prioritization Score: </a:t>
            </a:r>
          </a:p>
        </p:txBody>
      </p:sp>
      <p:sp>
        <p:nvSpPr>
          <p:cNvPr id="48" name="TextBox 47">
            <a:extLst>
              <a:ext uri="{FF2B5EF4-FFF2-40B4-BE49-F238E27FC236}">
                <a16:creationId xmlns:a16="http://schemas.microsoft.com/office/drawing/2014/main" id="{60AD3B77-0D89-6E29-063B-618EC5D0CB88}"/>
              </a:ext>
            </a:extLst>
          </p:cNvPr>
          <p:cNvSpPr txBox="1"/>
          <p:nvPr/>
        </p:nvSpPr>
        <p:spPr>
          <a:xfrm>
            <a:off x="9474178" y="4912907"/>
            <a:ext cx="1034257" cy="261610"/>
          </a:xfrm>
          <a:prstGeom prst="rect">
            <a:avLst/>
          </a:prstGeom>
          <a:noFill/>
        </p:spPr>
        <p:txBody>
          <a:bodyPr wrap="none" rtlCol="0">
            <a:spAutoFit/>
          </a:bodyPr>
          <a:lstStyle/>
          <a:p>
            <a:r>
              <a:rPr lang="en-US" sz="1100" dirty="0"/>
              <a:t>Score Outputs:</a:t>
            </a:r>
          </a:p>
        </p:txBody>
      </p:sp>
      <p:sp>
        <p:nvSpPr>
          <p:cNvPr id="50" name="Rectangle 49">
            <a:extLst>
              <a:ext uri="{FF2B5EF4-FFF2-40B4-BE49-F238E27FC236}">
                <a16:creationId xmlns:a16="http://schemas.microsoft.com/office/drawing/2014/main" id="{EE428216-4293-10CE-AE50-5D5FBEFA606A}"/>
              </a:ext>
            </a:extLst>
          </p:cNvPr>
          <p:cNvSpPr/>
          <p:nvPr/>
        </p:nvSpPr>
        <p:spPr>
          <a:xfrm>
            <a:off x="872998" y="5538648"/>
            <a:ext cx="1462074" cy="332167"/>
          </a:xfrm>
          <a:prstGeom prst="rect">
            <a:avLst/>
          </a:prstGeom>
          <a:solidFill>
            <a:srgbClr val="12739A"/>
          </a:solidFill>
          <a:ln w="571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bg1"/>
                </a:solidFill>
              </a:rPr>
              <a:t>Decreased Data Sparsity</a:t>
            </a:r>
          </a:p>
        </p:txBody>
      </p:sp>
    </p:spTree>
    <p:extLst>
      <p:ext uri="{BB962C8B-B14F-4D97-AF65-F5344CB8AC3E}">
        <p14:creationId xmlns:p14="http://schemas.microsoft.com/office/powerpoint/2010/main" val="8292390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5EDA6-4144-1AC2-E3D0-C2832AFDA603}"/>
              </a:ext>
            </a:extLst>
          </p:cNvPr>
          <p:cNvSpPr>
            <a:spLocks noGrp="1"/>
          </p:cNvSpPr>
          <p:nvPr>
            <p:ph type="title"/>
          </p:nvPr>
        </p:nvSpPr>
        <p:spPr/>
        <p:txBody>
          <a:bodyPr/>
          <a:lstStyle/>
          <a:p>
            <a:r>
              <a:rPr lang="en-US" dirty="0"/>
              <a:t>Example: Lead Prioritization Output</a:t>
            </a:r>
          </a:p>
        </p:txBody>
      </p:sp>
      <p:sp>
        <p:nvSpPr>
          <p:cNvPr id="3" name="Content Placeholder 2">
            <a:extLst>
              <a:ext uri="{FF2B5EF4-FFF2-40B4-BE49-F238E27FC236}">
                <a16:creationId xmlns:a16="http://schemas.microsoft.com/office/drawing/2014/main" id="{7D06F13A-FFA6-6BB5-EAD7-B1B91A562DAD}"/>
              </a:ext>
            </a:extLst>
          </p:cNvPr>
          <p:cNvSpPr>
            <a:spLocks noGrp="1"/>
          </p:cNvSpPr>
          <p:nvPr>
            <p:ph idx="1"/>
          </p:nvPr>
        </p:nvSpPr>
        <p:spPr/>
        <p:txBody>
          <a:bodyPr>
            <a:normAutofit fontScale="62500" lnSpcReduction="20000"/>
          </a:bodyPr>
          <a:lstStyle/>
          <a:p>
            <a:r>
              <a:rPr lang="en-US" b="1" i="0" dirty="0">
                <a:solidFill>
                  <a:srgbClr val="262730"/>
                </a:solidFill>
                <a:effectLst/>
                <a:latin typeface="Source Sans Pro" panose="020B0503030403020204" pitchFamily="34" charset="0"/>
              </a:rPr>
              <a:t>1. Company Fit: </a:t>
            </a:r>
            <a:r>
              <a:rPr lang="en-US" b="1" i="0" dirty="0">
                <a:solidFill>
                  <a:srgbClr val="262730"/>
                </a:solidFill>
                <a:effectLst/>
                <a:highlight>
                  <a:srgbClr val="00FFFF"/>
                </a:highlight>
                <a:latin typeface="Source Sans Pro" panose="020B0503030403020204" pitchFamily="34" charset="0"/>
              </a:rPr>
              <a:t>90</a:t>
            </a:r>
            <a:br>
              <a:rPr lang="en-US" dirty="0"/>
            </a:br>
            <a:r>
              <a:rPr lang="en-US" b="0" i="0" dirty="0">
                <a:solidFill>
                  <a:srgbClr val="262730"/>
                </a:solidFill>
                <a:effectLst/>
                <a:latin typeface="Source Sans Pro" panose="020B0503030403020204" pitchFamily="34" charset="0"/>
              </a:rPr>
              <a:t>Pendo aligns very well with the company’s ideal customer profile. As a tech leader with a sophisticated data infrastructure, high digital maturity, and a high cyber security investment level, </a:t>
            </a:r>
            <a:r>
              <a:rPr lang="en-US" b="0" i="0" dirty="0">
                <a:solidFill>
                  <a:srgbClr val="262730"/>
                </a:solidFill>
                <a:effectLst/>
                <a:highlight>
                  <a:srgbClr val="00FFFF"/>
                </a:highlight>
                <a:latin typeface="Source Sans Pro" panose="020B0503030403020204" pitchFamily="34" charset="0"/>
              </a:rPr>
              <a:t>they fit the profile of companies that have successfully converted in the past. </a:t>
            </a:r>
            <a:r>
              <a:rPr lang="en-US" b="0" i="0" dirty="0">
                <a:solidFill>
                  <a:srgbClr val="262730"/>
                </a:solidFill>
                <a:effectLst/>
                <a:latin typeface="Source Sans Pro" panose="020B0503030403020204" pitchFamily="34" charset="0"/>
              </a:rPr>
              <a:t>Their deal value is also within the range of the comparable leads, and their size and scale are indicative of a company that can potentially invest in our solutions.</a:t>
            </a:r>
            <a:br>
              <a:rPr lang="en-US" dirty="0"/>
            </a:br>
            <a:br>
              <a:rPr lang="en-US" dirty="0"/>
            </a:br>
            <a:r>
              <a:rPr lang="en-US" b="1" i="0" dirty="0">
                <a:solidFill>
                  <a:srgbClr val="262730"/>
                </a:solidFill>
                <a:effectLst/>
                <a:latin typeface="Source Sans Pro" panose="020B0503030403020204" pitchFamily="34" charset="0"/>
              </a:rPr>
              <a:t>2. Engagement Quality: </a:t>
            </a:r>
            <a:r>
              <a:rPr lang="en-US" b="1" i="0" dirty="0">
                <a:solidFill>
                  <a:srgbClr val="262730"/>
                </a:solidFill>
                <a:effectLst/>
                <a:highlight>
                  <a:srgbClr val="00FFFF"/>
                </a:highlight>
                <a:latin typeface="Source Sans Pro" panose="020B0503030403020204" pitchFamily="34" charset="0"/>
              </a:rPr>
              <a:t>85</a:t>
            </a:r>
            <a:br>
              <a:rPr lang="en-US" dirty="0"/>
            </a:br>
            <a:r>
              <a:rPr lang="en-US" b="0" i="0" dirty="0">
                <a:solidFill>
                  <a:srgbClr val="262730"/>
                </a:solidFill>
                <a:effectLst/>
                <a:latin typeface="Source Sans Pro" panose="020B0503030403020204" pitchFamily="34" charset="0"/>
              </a:rPr>
              <a:t>The lead has shown good engagement with consistent downloads, an increase in website visits, and a significant increase in interactions. The fact that the seniority of the contact has </a:t>
            </a:r>
            <a:r>
              <a:rPr lang="en-US" b="0" i="0" dirty="0">
                <a:solidFill>
                  <a:srgbClr val="262730"/>
                </a:solidFill>
                <a:effectLst/>
                <a:highlight>
                  <a:srgbClr val="00FFFF"/>
                </a:highlight>
                <a:latin typeface="Source Sans Pro" panose="020B0503030403020204" pitchFamily="34" charset="0"/>
              </a:rPr>
              <a:t>progressed to an Exec/CIO/CISO level is a positive sign, as decision-makers are now involved</a:t>
            </a:r>
            <a:r>
              <a:rPr lang="en-US" b="0" i="0" dirty="0">
                <a:solidFill>
                  <a:srgbClr val="262730"/>
                </a:solidFill>
                <a:effectLst/>
                <a:latin typeface="Source Sans Pro" panose="020B0503030403020204" pitchFamily="34" charset="0"/>
              </a:rPr>
              <a:t>. The competitor's </a:t>
            </a:r>
            <a:r>
              <a:rPr lang="en-US" b="0" i="0" dirty="0">
                <a:solidFill>
                  <a:srgbClr val="262730"/>
                </a:solidFill>
                <a:effectLst/>
                <a:highlight>
                  <a:srgbClr val="00FFFF"/>
                </a:highlight>
                <a:latin typeface="Source Sans Pro" panose="020B0503030403020204" pitchFamily="34" charset="0"/>
              </a:rPr>
              <a:t>renewal date being 5 months</a:t>
            </a:r>
            <a:r>
              <a:rPr lang="en-US" b="0" i="0" dirty="0">
                <a:solidFill>
                  <a:srgbClr val="262730"/>
                </a:solidFill>
                <a:effectLst/>
                <a:latin typeface="Source Sans Pro" panose="020B0503030403020204" pitchFamily="34" charset="0"/>
              </a:rPr>
              <a:t> away also provides a potential window of opportunity.</a:t>
            </a:r>
            <a:br>
              <a:rPr lang="en-US" dirty="0"/>
            </a:br>
            <a:br>
              <a:rPr lang="en-US" b="1" dirty="0"/>
            </a:br>
            <a:r>
              <a:rPr lang="en-US" b="1" i="0" dirty="0">
                <a:solidFill>
                  <a:srgbClr val="262730"/>
                </a:solidFill>
                <a:effectLst/>
                <a:latin typeface="Source Sans Pro" panose="020B0503030403020204" pitchFamily="34" charset="0"/>
              </a:rPr>
              <a:t>3. Pipeline Progress Potential: </a:t>
            </a:r>
            <a:r>
              <a:rPr lang="en-US" b="1" i="0" dirty="0">
                <a:solidFill>
                  <a:srgbClr val="262730"/>
                </a:solidFill>
                <a:effectLst/>
                <a:highlight>
                  <a:srgbClr val="00FFFF"/>
                </a:highlight>
                <a:latin typeface="Source Sans Pro" panose="020B0503030403020204" pitchFamily="34" charset="0"/>
              </a:rPr>
              <a:t>80</a:t>
            </a:r>
            <a:br>
              <a:rPr lang="en-US" dirty="0"/>
            </a:br>
            <a:r>
              <a:rPr lang="en-US" b="0" i="0" dirty="0">
                <a:solidFill>
                  <a:srgbClr val="262730"/>
                </a:solidFill>
                <a:effectLst/>
                <a:latin typeface="Source Sans Pro" panose="020B0503030403020204" pitchFamily="34" charset="0"/>
              </a:rPr>
              <a:t>The lead is currently in the Negotiation stage, which is a late stage in the pipeline. This means our sales team has done a good job of moving them through the sales process. However, </a:t>
            </a:r>
            <a:r>
              <a:rPr lang="en-US" b="0" i="0" dirty="0">
                <a:solidFill>
                  <a:srgbClr val="262730"/>
                </a:solidFill>
                <a:effectLst/>
                <a:highlight>
                  <a:srgbClr val="00FFFF"/>
                </a:highlight>
                <a:latin typeface="Source Sans Pro" panose="020B0503030403020204" pitchFamily="34" charset="0"/>
              </a:rPr>
              <a:t>based on our comparable leads, leads at this stage can either convert or not</a:t>
            </a:r>
            <a:r>
              <a:rPr lang="en-US" b="0" i="0" dirty="0">
                <a:solidFill>
                  <a:srgbClr val="262730"/>
                </a:solidFill>
                <a:effectLst/>
                <a:latin typeface="Source Sans Pro" panose="020B0503030403020204" pitchFamily="34" charset="0"/>
              </a:rPr>
              <a:t>, so it's essential to continue nurturing this lead to increase the likelihood of conversion.</a:t>
            </a:r>
            <a:br>
              <a:rPr lang="en-US" dirty="0"/>
            </a:br>
            <a:br>
              <a:rPr lang="en-US" dirty="0"/>
            </a:br>
            <a:r>
              <a:rPr lang="en-US" b="1" i="0" dirty="0">
                <a:solidFill>
                  <a:srgbClr val="262730"/>
                </a:solidFill>
                <a:effectLst/>
                <a:latin typeface="Source Sans Pro" panose="020B0503030403020204" pitchFamily="34" charset="0"/>
              </a:rPr>
              <a:t>Lead Priority Score: </a:t>
            </a:r>
            <a:r>
              <a:rPr lang="en-US" b="1" i="0" dirty="0">
                <a:solidFill>
                  <a:srgbClr val="262730"/>
                </a:solidFill>
                <a:effectLst/>
                <a:highlight>
                  <a:srgbClr val="00FFFF"/>
                </a:highlight>
                <a:latin typeface="Source Sans Pro" panose="020B0503030403020204" pitchFamily="34" charset="0"/>
              </a:rPr>
              <a:t>85</a:t>
            </a:r>
            <a:br>
              <a:rPr lang="en-US" dirty="0"/>
            </a:br>
            <a:br>
              <a:rPr lang="en-US" dirty="0"/>
            </a:br>
            <a:r>
              <a:rPr lang="en-US" b="0" i="0" dirty="0">
                <a:solidFill>
                  <a:srgbClr val="262730"/>
                </a:solidFill>
                <a:effectLst/>
                <a:latin typeface="Source Sans Pro" panose="020B0503030403020204" pitchFamily="34" charset="0"/>
              </a:rPr>
              <a:t>Recommendations:</a:t>
            </a:r>
            <a:br>
              <a:rPr lang="en-US" dirty="0"/>
            </a:br>
            <a:br>
              <a:rPr lang="en-US" dirty="0"/>
            </a:br>
            <a:r>
              <a:rPr lang="en-US" b="0" i="0" dirty="0">
                <a:solidFill>
                  <a:srgbClr val="262730"/>
                </a:solidFill>
                <a:effectLst/>
                <a:latin typeface="Source Sans Pro" panose="020B0503030403020204" pitchFamily="34" charset="0"/>
              </a:rPr>
              <a:t>1. Continue to engage with the Exec/CIO/CISO, providing them with personalized content that addresses their specific needs and concerns.</a:t>
            </a:r>
          </a:p>
          <a:p>
            <a:r>
              <a:rPr lang="en-US" b="0" i="0" dirty="0">
                <a:solidFill>
                  <a:srgbClr val="262730"/>
                </a:solidFill>
                <a:effectLst/>
                <a:latin typeface="Source Sans Pro" panose="020B0503030403020204" pitchFamily="34" charset="0"/>
              </a:rPr>
              <a:t>2. Given that the competitor's renewal date is in 5 months, it's crucial to highlight the advantages of our solution over the competitor's product. Offering a side-by-side comparison and demonstrating superior value could be beneficial.</a:t>
            </a:r>
            <a:br>
              <a:rPr lang="en-US" dirty="0"/>
            </a:br>
            <a:br>
              <a:rPr lang="en-US" dirty="0"/>
            </a:br>
            <a:r>
              <a:rPr lang="en-US" b="0" i="0" dirty="0">
                <a:solidFill>
                  <a:srgbClr val="262730"/>
                </a:solidFill>
                <a:effectLst/>
                <a:latin typeface="Source Sans Pro" panose="020B0503030403020204" pitchFamily="34" charset="0"/>
              </a:rPr>
              <a:t>3. As the lead is in the Negotiation stage, it may be worth offering a pilot or trial period to help them see the value and effectiveness of our solution first hand.</a:t>
            </a:r>
            <a:endParaRPr lang="en-US" dirty="0"/>
          </a:p>
        </p:txBody>
      </p:sp>
      <p:sp>
        <p:nvSpPr>
          <p:cNvPr id="4" name="Rectangle 3">
            <a:extLst>
              <a:ext uri="{FF2B5EF4-FFF2-40B4-BE49-F238E27FC236}">
                <a16:creationId xmlns:a16="http://schemas.microsoft.com/office/drawing/2014/main" id="{A077805D-5AD3-153F-A141-462EE4923BF1}"/>
              </a:ext>
            </a:extLst>
          </p:cNvPr>
          <p:cNvSpPr/>
          <p:nvPr/>
        </p:nvSpPr>
        <p:spPr>
          <a:xfrm>
            <a:off x="6235805" y="3773524"/>
            <a:ext cx="4162349" cy="56625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t>Scores broken down by clear, pre-defined components to empower AEs, RDs, and other users the flexibility of interpretation and explainability</a:t>
            </a:r>
          </a:p>
        </p:txBody>
      </p:sp>
      <p:sp>
        <p:nvSpPr>
          <p:cNvPr id="5" name="Rectangle 4">
            <a:extLst>
              <a:ext uri="{FF2B5EF4-FFF2-40B4-BE49-F238E27FC236}">
                <a16:creationId xmlns:a16="http://schemas.microsoft.com/office/drawing/2014/main" id="{AA2B17B3-8D74-9107-ACD0-EA39873E5367}"/>
              </a:ext>
            </a:extLst>
          </p:cNvPr>
          <p:cNvSpPr/>
          <p:nvPr/>
        </p:nvSpPr>
        <p:spPr>
          <a:xfrm>
            <a:off x="2659299" y="5528221"/>
            <a:ext cx="4162349" cy="56625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t>Recommendations provided for AEs and other users to consider should they prioritize or work the lead</a:t>
            </a:r>
          </a:p>
        </p:txBody>
      </p:sp>
    </p:spTree>
    <p:extLst>
      <p:ext uri="{BB962C8B-B14F-4D97-AF65-F5344CB8AC3E}">
        <p14:creationId xmlns:p14="http://schemas.microsoft.com/office/powerpoint/2010/main" val="11982469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036A4-A367-31A9-E07F-33D2C9D502C0}"/>
              </a:ext>
            </a:extLst>
          </p:cNvPr>
          <p:cNvSpPr>
            <a:spLocks noGrp="1"/>
          </p:cNvSpPr>
          <p:nvPr>
            <p:ph type="title"/>
          </p:nvPr>
        </p:nvSpPr>
        <p:spPr/>
        <p:txBody>
          <a:bodyPr/>
          <a:lstStyle/>
          <a:p>
            <a:r>
              <a:rPr lang="en-US" dirty="0"/>
              <a:t>Demo</a:t>
            </a:r>
          </a:p>
        </p:txBody>
      </p:sp>
      <p:pic>
        <p:nvPicPr>
          <p:cNvPr id="5" name="Picture 4">
            <a:extLst>
              <a:ext uri="{FF2B5EF4-FFF2-40B4-BE49-F238E27FC236}">
                <a16:creationId xmlns:a16="http://schemas.microsoft.com/office/drawing/2014/main" id="{E433B984-4980-9A70-09E1-F1F33B1DD1F2}"/>
              </a:ext>
            </a:extLst>
          </p:cNvPr>
          <p:cNvPicPr>
            <a:picLocks noChangeAspect="1"/>
          </p:cNvPicPr>
          <p:nvPr/>
        </p:nvPicPr>
        <p:blipFill>
          <a:blip r:embed="rId2"/>
          <a:stretch>
            <a:fillRect/>
          </a:stretch>
        </p:blipFill>
        <p:spPr>
          <a:xfrm>
            <a:off x="1153643" y="1974505"/>
            <a:ext cx="3875558" cy="1190584"/>
          </a:xfrm>
          <a:prstGeom prst="rect">
            <a:avLst/>
          </a:prstGeom>
        </p:spPr>
      </p:pic>
    </p:spTree>
    <p:extLst>
      <p:ext uri="{BB962C8B-B14F-4D97-AF65-F5344CB8AC3E}">
        <p14:creationId xmlns:p14="http://schemas.microsoft.com/office/powerpoint/2010/main" val="7642020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92DE9-42C6-8D67-C1F5-9B5B5ACCB4B2}"/>
              </a:ext>
            </a:extLst>
          </p:cNvPr>
          <p:cNvSpPr>
            <a:spLocks noGrp="1"/>
          </p:cNvSpPr>
          <p:nvPr>
            <p:ph type="title"/>
          </p:nvPr>
        </p:nvSpPr>
        <p:spPr/>
        <p:txBody>
          <a:bodyPr/>
          <a:lstStyle/>
          <a:p>
            <a:r>
              <a:rPr lang="en-US" dirty="0"/>
              <a:t>LLM Priority Scoring – Interpret with Caution</a:t>
            </a:r>
          </a:p>
        </p:txBody>
      </p:sp>
      <p:sp>
        <p:nvSpPr>
          <p:cNvPr id="5" name="TextBox 4">
            <a:extLst>
              <a:ext uri="{FF2B5EF4-FFF2-40B4-BE49-F238E27FC236}">
                <a16:creationId xmlns:a16="http://schemas.microsoft.com/office/drawing/2014/main" id="{1692DBEA-BFFB-92D8-45B1-162E02F891EE}"/>
              </a:ext>
            </a:extLst>
          </p:cNvPr>
          <p:cNvSpPr txBox="1"/>
          <p:nvPr/>
        </p:nvSpPr>
        <p:spPr>
          <a:xfrm>
            <a:off x="1097280" y="1809148"/>
            <a:ext cx="9016153" cy="923330"/>
          </a:xfrm>
          <a:prstGeom prst="rect">
            <a:avLst/>
          </a:prstGeom>
          <a:noFill/>
        </p:spPr>
        <p:txBody>
          <a:bodyPr wrap="square" rtlCol="0">
            <a:spAutoFit/>
          </a:bodyPr>
          <a:lstStyle/>
          <a:p>
            <a:r>
              <a:rPr lang="en-US" dirty="0"/>
              <a:t>LLMs like </a:t>
            </a:r>
            <a:r>
              <a:rPr lang="en-US" i="1" dirty="0"/>
              <a:t>GPT-4</a:t>
            </a:r>
            <a:r>
              <a:rPr lang="en-US" dirty="0"/>
              <a:t> are effective for context-learning, reasoning, and explainability. However, the inherent design of language prediction introduces randomness and inconsistency that is more obvious in numbers than sentiment.</a:t>
            </a:r>
          </a:p>
        </p:txBody>
      </p:sp>
      <p:graphicFrame>
        <p:nvGraphicFramePr>
          <p:cNvPr id="6" name="Table 5">
            <a:extLst>
              <a:ext uri="{FF2B5EF4-FFF2-40B4-BE49-F238E27FC236}">
                <a16:creationId xmlns:a16="http://schemas.microsoft.com/office/drawing/2014/main" id="{1BC9AEA1-66E0-1D3B-351F-D94833115686}"/>
              </a:ext>
            </a:extLst>
          </p:cNvPr>
          <p:cNvGraphicFramePr>
            <a:graphicFrameLocks noGrp="1"/>
          </p:cNvGraphicFramePr>
          <p:nvPr>
            <p:extLst>
              <p:ext uri="{D42A27DB-BD31-4B8C-83A1-F6EECF244321}">
                <p14:modId xmlns:p14="http://schemas.microsoft.com/office/powerpoint/2010/main" val="1806271053"/>
              </p:ext>
            </p:extLst>
          </p:nvPr>
        </p:nvGraphicFramePr>
        <p:xfrm>
          <a:off x="1097280" y="2814515"/>
          <a:ext cx="2478946" cy="1781261"/>
        </p:xfrm>
        <a:graphic>
          <a:graphicData uri="http://schemas.openxmlformats.org/drawingml/2006/table">
            <a:tbl>
              <a:tblPr firstRow="1" bandRow="1">
                <a:tableStyleId>{5C22544A-7EE6-4342-B048-85BDC9FD1C3A}</a:tableStyleId>
              </a:tblPr>
              <a:tblGrid>
                <a:gridCol w="1146775">
                  <a:extLst>
                    <a:ext uri="{9D8B030D-6E8A-4147-A177-3AD203B41FA5}">
                      <a16:colId xmlns:a16="http://schemas.microsoft.com/office/drawing/2014/main" val="3173273078"/>
                    </a:ext>
                  </a:extLst>
                </a:gridCol>
                <a:gridCol w="457248">
                  <a:extLst>
                    <a:ext uri="{9D8B030D-6E8A-4147-A177-3AD203B41FA5}">
                      <a16:colId xmlns:a16="http://schemas.microsoft.com/office/drawing/2014/main" val="762319189"/>
                    </a:ext>
                  </a:extLst>
                </a:gridCol>
                <a:gridCol w="454821">
                  <a:extLst>
                    <a:ext uri="{9D8B030D-6E8A-4147-A177-3AD203B41FA5}">
                      <a16:colId xmlns:a16="http://schemas.microsoft.com/office/drawing/2014/main" val="1900336567"/>
                    </a:ext>
                  </a:extLst>
                </a:gridCol>
                <a:gridCol w="420102">
                  <a:extLst>
                    <a:ext uri="{9D8B030D-6E8A-4147-A177-3AD203B41FA5}">
                      <a16:colId xmlns:a16="http://schemas.microsoft.com/office/drawing/2014/main" val="2973911094"/>
                    </a:ext>
                  </a:extLst>
                </a:gridCol>
              </a:tblGrid>
              <a:tr h="378772">
                <a:tc>
                  <a:txBody>
                    <a:bodyPr/>
                    <a:lstStyle/>
                    <a:p>
                      <a:r>
                        <a:rPr lang="en-US" sz="1400" dirty="0"/>
                        <a:t>ACC0017</a:t>
                      </a:r>
                      <a:endParaRPr lang="en-US" sz="1800" dirty="0"/>
                    </a:p>
                  </a:txBody>
                  <a:tcPr/>
                </a:tc>
                <a:tc>
                  <a:txBody>
                    <a:bodyPr/>
                    <a:lstStyle/>
                    <a:p>
                      <a:r>
                        <a:rPr lang="en-US" sz="1400" dirty="0"/>
                        <a:t>1</a:t>
                      </a:r>
                    </a:p>
                  </a:txBody>
                  <a:tcPr/>
                </a:tc>
                <a:tc>
                  <a:txBody>
                    <a:bodyPr/>
                    <a:lstStyle/>
                    <a:p>
                      <a:r>
                        <a:rPr lang="en-US" sz="1400" dirty="0"/>
                        <a:t>2</a:t>
                      </a:r>
                    </a:p>
                  </a:txBody>
                  <a:tcPr/>
                </a:tc>
                <a:tc>
                  <a:txBody>
                    <a:bodyPr/>
                    <a:lstStyle/>
                    <a:p>
                      <a:r>
                        <a:rPr lang="en-US" sz="1400" dirty="0"/>
                        <a:t>3</a:t>
                      </a:r>
                    </a:p>
                  </a:txBody>
                  <a:tcPr/>
                </a:tc>
                <a:extLst>
                  <a:ext uri="{0D108BD9-81ED-4DB2-BD59-A6C34878D82A}">
                    <a16:rowId xmlns:a16="http://schemas.microsoft.com/office/drawing/2014/main" val="1649161433"/>
                  </a:ext>
                </a:extLst>
              </a:tr>
              <a:tr h="346874">
                <a:tc>
                  <a:txBody>
                    <a:bodyPr/>
                    <a:lstStyle/>
                    <a:p>
                      <a:r>
                        <a:rPr lang="en-US" sz="1400" dirty="0"/>
                        <a:t>Fit</a:t>
                      </a:r>
                    </a:p>
                  </a:txBody>
                  <a:tcPr/>
                </a:tc>
                <a:tc>
                  <a:txBody>
                    <a:bodyPr/>
                    <a:lstStyle/>
                    <a:p>
                      <a:r>
                        <a:rPr lang="en-US" sz="1400" dirty="0"/>
                        <a:t>90</a:t>
                      </a:r>
                    </a:p>
                  </a:txBody>
                  <a:tcPr/>
                </a:tc>
                <a:tc>
                  <a:txBody>
                    <a:bodyPr/>
                    <a:lstStyle/>
                    <a:p>
                      <a:r>
                        <a:rPr lang="en-US" sz="1400" dirty="0"/>
                        <a:t>85</a:t>
                      </a:r>
                    </a:p>
                  </a:txBody>
                  <a:tcPr/>
                </a:tc>
                <a:tc>
                  <a:txBody>
                    <a:bodyPr/>
                    <a:lstStyle/>
                    <a:p>
                      <a:r>
                        <a:rPr lang="en-US" sz="1400" dirty="0"/>
                        <a:t>90</a:t>
                      </a:r>
                    </a:p>
                  </a:txBody>
                  <a:tcPr/>
                </a:tc>
                <a:extLst>
                  <a:ext uri="{0D108BD9-81ED-4DB2-BD59-A6C34878D82A}">
                    <a16:rowId xmlns:a16="http://schemas.microsoft.com/office/drawing/2014/main" val="2150237325"/>
                  </a:ext>
                </a:extLst>
              </a:tr>
              <a:tr h="394283">
                <a:tc>
                  <a:txBody>
                    <a:bodyPr/>
                    <a:lstStyle/>
                    <a:p>
                      <a:r>
                        <a:rPr lang="en-US" sz="1400" dirty="0"/>
                        <a:t>Engagement</a:t>
                      </a:r>
                    </a:p>
                  </a:txBody>
                  <a:tcPr/>
                </a:tc>
                <a:tc>
                  <a:txBody>
                    <a:bodyPr/>
                    <a:lstStyle/>
                    <a:p>
                      <a:r>
                        <a:rPr lang="en-US" sz="1400" dirty="0"/>
                        <a:t>85</a:t>
                      </a:r>
                    </a:p>
                  </a:txBody>
                  <a:tcPr/>
                </a:tc>
                <a:tc>
                  <a:txBody>
                    <a:bodyPr/>
                    <a:lstStyle/>
                    <a:p>
                      <a:r>
                        <a:rPr lang="en-US" sz="1400" dirty="0"/>
                        <a:t>90</a:t>
                      </a:r>
                    </a:p>
                  </a:txBody>
                  <a:tcPr/>
                </a:tc>
                <a:tc>
                  <a:txBody>
                    <a:bodyPr/>
                    <a:lstStyle/>
                    <a:p>
                      <a:r>
                        <a:rPr lang="en-US" sz="1400" dirty="0"/>
                        <a:t>85</a:t>
                      </a:r>
                    </a:p>
                  </a:txBody>
                  <a:tcPr/>
                </a:tc>
                <a:extLst>
                  <a:ext uri="{0D108BD9-81ED-4DB2-BD59-A6C34878D82A}">
                    <a16:rowId xmlns:a16="http://schemas.microsoft.com/office/drawing/2014/main" val="2480965630"/>
                  </a:ext>
                </a:extLst>
              </a:tr>
              <a:tr h="356532">
                <a:tc>
                  <a:txBody>
                    <a:bodyPr/>
                    <a:lstStyle/>
                    <a:p>
                      <a:r>
                        <a:rPr lang="en-US" sz="1400" dirty="0"/>
                        <a:t>Pipeline</a:t>
                      </a:r>
                    </a:p>
                  </a:txBody>
                  <a:tcPr/>
                </a:tc>
                <a:tc>
                  <a:txBody>
                    <a:bodyPr/>
                    <a:lstStyle/>
                    <a:p>
                      <a:r>
                        <a:rPr lang="en-US" sz="1400" dirty="0"/>
                        <a:t>80</a:t>
                      </a:r>
                    </a:p>
                  </a:txBody>
                  <a:tcPr/>
                </a:tc>
                <a:tc>
                  <a:txBody>
                    <a:bodyPr/>
                    <a:lstStyle/>
                    <a:p>
                      <a:r>
                        <a:rPr lang="en-US" sz="1400" dirty="0"/>
                        <a:t>80</a:t>
                      </a:r>
                    </a:p>
                  </a:txBody>
                  <a:tcPr/>
                </a:tc>
                <a:tc>
                  <a:txBody>
                    <a:bodyPr/>
                    <a:lstStyle/>
                    <a:p>
                      <a:r>
                        <a:rPr lang="en-US" sz="1400" dirty="0"/>
                        <a:t>80</a:t>
                      </a:r>
                    </a:p>
                  </a:txBody>
                  <a:tcPr/>
                </a:tc>
                <a:extLst>
                  <a:ext uri="{0D108BD9-81ED-4DB2-BD59-A6C34878D82A}">
                    <a16:rowId xmlns:a16="http://schemas.microsoft.com/office/drawing/2014/main" val="2528662"/>
                  </a:ext>
                </a:extLst>
              </a:tr>
              <a:tr h="281031">
                <a:tc>
                  <a:txBody>
                    <a:bodyPr/>
                    <a:lstStyle/>
                    <a:p>
                      <a:r>
                        <a:rPr lang="en-US" sz="1400" dirty="0"/>
                        <a:t>Prioritization</a:t>
                      </a:r>
                    </a:p>
                  </a:txBody>
                  <a:tcPr/>
                </a:tc>
                <a:tc>
                  <a:txBody>
                    <a:bodyPr/>
                    <a:lstStyle/>
                    <a:p>
                      <a:r>
                        <a:rPr lang="en-US" sz="1400" dirty="0"/>
                        <a:t>85</a:t>
                      </a:r>
                    </a:p>
                  </a:txBody>
                  <a:tcPr/>
                </a:tc>
                <a:tc>
                  <a:txBody>
                    <a:bodyPr/>
                    <a:lstStyle/>
                    <a:p>
                      <a:r>
                        <a:rPr lang="en-US" sz="1400" dirty="0"/>
                        <a:t>85</a:t>
                      </a:r>
                    </a:p>
                  </a:txBody>
                  <a:tcPr/>
                </a:tc>
                <a:tc>
                  <a:txBody>
                    <a:bodyPr/>
                    <a:lstStyle/>
                    <a:p>
                      <a:r>
                        <a:rPr lang="en-US" sz="1400" dirty="0"/>
                        <a:t>85</a:t>
                      </a:r>
                    </a:p>
                  </a:txBody>
                  <a:tcPr/>
                </a:tc>
                <a:extLst>
                  <a:ext uri="{0D108BD9-81ED-4DB2-BD59-A6C34878D82A}">
                    <a16:rowId xmlns:a16="http://schemas.microsoft.com/office/drawing/2014/main" val="1653806417"/>
                  </a:ext>
                </a:extLst>
              </a:tr>
            </a:tbl>
          </a:graphicData>
        </a:graphic>
      </p:graphicFrame>
      <p:graphicFrame>
        <p:nvGraphicFramePr>
          <p:cNvPr id="7" name="Table 6">
            <a:extLst>
              <a:ext uri="{FF2B5EF4-FFF2-40B4-BE49-F238E27FC236}">
                <a16:creationId xmlns:a16="http://schemas.microsoft.com/office/drawing/2014/main" id="{9E8348D9-5714-D087-7F40-9D27B91E008E}"/>
              </a:ext>
            </a:extLst>
          </p:cNvPr>
          <p:cNvGraphicFramePr>
            <a:graphicFrameLocks noGrp="1"/>
          </p:cNvGraphicFramePr>
          <p:nvPr>
            <p:extLst>
              <p:ext uri="{D42A27DB-BD31-4B8C-83A1-F6EECF244321}">
                <p14:modId xmlns:p14="http://schemas.microsoft.com/office/powerpoint/2010/main" val="675188451"/>
              </p:ext>
            </p:extLst>
          </p:nvPr>
        </p:nvGraphicFramePr>
        <p:xfrm>
          <a:off x="3695071" y="2814515"/>
          <a:ext cx="2478946" cy="1781261"/>
        </p:xfrm>
        <a:graphic>
          <a:graphicData uri="http://schemas.openxmlformats.org/drawingml/2006/table">
            <a:tbl>
              <a:tblPr firstRow="1" bandRow="1">
                <a:tableStyleId>{5C22544A-7EE6-4342-B048-85BDC9FD1C3A}</a:tableStyleId>
              </a:tblPr>
              <a:tblGrid>
                <a:gridCol w="1146775">
                  <a:extLst>
                    <a:ext uri="{9D8B030D-6E8A-4147-A177-3AD203B41FA5}">
                      <a16:colId xmlns:a16="http://schemas.microsoft.com/office/drawing/2014/main" val="3173273078"/>
                    </a:ext>
                  </a:extLst>
                </a:gridCol>
                <a:gridCol w="457248">
                  <a:extLst>
                    <a:ext uri="{9D8B030D-6E8A-4147-A177-3AD203B41FA5}">
                      <a16:colId xmlns:a16="http://schemas.microsoft.com/office/drawing/2014/main" val="762319189"/>
                    </a:ext>
                  </a:extLst>
                </a:gridCol>
                <a:gridCol w="454821">
                  <a:extLst>
                    <a:ext uri="{9D8B030D-6E8A-4147-A177-3AD203B41FA5}">
                      <a16:colId xmlns:a16="http://schemas.microsoft.com/office/drawing/2014/main" val="1900336567"/>
                    </a:ext>
                  </a:extLst>
                </a:gridCol>
                <a:gridCol w="420102">
                  <a:extLst>
                    <a:ext uri="{9D8B030D-6E8A-4147-A177-3AD203B41FA5}">
                      <a16:colId xmlns:a16="http://schemas.microsoft.com/office/drawing/2014/main" val="2973911094"/>
                    </a:ext>
                  </a:extLst>
                </a:gridCol>
              </a:tblGrid>
              <a:tr h="378772">
                <a:tc>
                  <a:txBody>
                    <a:bodyPr/>
                    <a:lstStyle/>
                    <a:p>
                      <a:r>
                        <a:rPr lang="en-US" sz="1400" dirty="0"/>
                        <a:t>ACC0002</a:t>
                      </a:r>
                      <a:endParaRPr lang="en-US" sz="1800" dirty="0"/>
                    </a:p>
                  </a:txBody>
                  <a:tcPr/>
                </a:tc>
                <a:tc>
                  <a:txBody>
                    <a:bodyPr/>
                    <a:lstStyle/>
                    <a:p>
                      <a:r>
                        <a:rPr lang="en-US" sz="1400" dirty="0"/>
                        <a:t>1</a:t>
                      </a:r>
                    </a:p>
                  </a:txBody>
                  <a:tcPr/>
                </a:tc>
                <a:tc>
                  <a:txBody>
                    <a:bodyPr/>
                    <a:lstStyle/>
                    <a:p>
                      <a:r>
                        <a:rPr lang="en-US" sz="1400" dirty="0"/>
                        <a:t>2</a:t>
                      </a:r>
                    </a:p>
                  </a:txBody>
                  <a:tcPr/>
                </a:tc>
                <a:tc>
                  <a:txBody>
                    <a:bodyPr/>
                    <a:lstStyle/>
                    <a:p>
                      <a:r>
                        <a:rPr lang="en-US" sz="1400" dirty="0"/>
                        <a:t>3</a:t>
                      </a:r>
                    </a:p>
                  </a:txBody>
                  <a:tcPr/>
                </a:tc>
                <a:extLst>
                  <a:ext uri="{0D108BD9-81ED-4DB2-BD59-A6C34878D82A}">
                    <a16:rowId xmlns:a16="http://schemas.microsoft.com/office/drawing/2014/main" val="1649161433"/>
                  </a:ext>
                </a:extLst>
              </a:tr>
              <a:tr h="346874">
                <a:tc>
                  <a:txBody>
                    <a:bodyPr/>
                    <a:lstStyle/>
                    <a:p>
                      <a:r>
                        <a:rPr lang="en-US" sz="1400" dirty="0"/>
                        <a:t>Fit</a:t>
                      </a:r>
                    </a:p>
                  </a:txBody>
                  <a:tcPr/>
                </a:tc>
                <a:tc>
                  <a:txBody>
                    <a:bodyPr/>
                    <a:lstStyle/>
                    <a:p>
                      <a:r>
                        <a:rPr lang="en-US" sz="1400" dirty="0"/>
                        <a:t>85</a:t>
                      </a:r>
                    </a:p>
                  </a:txBody>
                  <a:tcPr/>
                </a:tc>
                <a:tc>
                  <a:txBody>
                    <a:bodyPr/>
                    <a:lstStyle/>
                    <a:p>
                      <a:r>
                        <a:rPr lang="en-US" sz="1400" dirty="0"/>
                        <a:t>85</a:t>
                      </a:r>
                    </a:p>
                  </a:txBody>
                  <a:tcPr/>
                </a:tc>
                <a:tc>
                  <a:txBody>
                    <a:bodyPr/>
                    <a:lstStyle/>
                    <a:p>
                      <a:r>
                        <a:rPr lang="en-US" sz="1400" dirty="0"/>
                        <a:t>75</a:t>
                      </a:r>
                    </a:p>
                  </a:txBody>
                  <a:tcPr/>
                </a:tc>
                <a:extLst>
                  <a:ext uri="{0D108BD9-81ED-4DB2-BD59-A6C34878D82A}">
                    <a16:rowId xmlns:a16="http://schemas.microsoft.com/office/drawing/2014/main" val="2150237325"/>
                  </a:ext>
                </a:extLst>
              </a:tr>
              <a:tr h="394283">
                <a:tc>
                  <a:txBody>
                    <a:bodyPr/>
                    <a:lstStyle/>
                    <a:p>
                      <a:r>
                        <a:rPr lang="en-US" sz="1400" dirty="0"/>
                        <a:t>Engagement</a:t>
                      </a:r>
                    </a:p>
                  </a:txBody>
                  <a:tcPr/>
                </a:tc>
                <a:tc>
                  <a:txBody>
                    <a:bodyPr/>
                    <a:lstStyle/>
                    <a:p>
                      <a:r>
                        <a:rPr lang="en-US" sz="1400" dirty="0"/>
                        <a:t>35</a:t>
                      </a:r>
                    </a:p>
                  </a:txBody>
                  <a:tcPr/>
                </a:tc>
                <a:tc>
                  <a:txBody>
                    <a:bodyPr/>
                    <a:lstStyle/>
                    <a:p>
                      <a:r>
                        <a:rPr lang="en-US" sz="1400" dirty="0"/>
                        <a:t>45</a:t>
                      </a:r>
                    </a:p>
                  </a:txBody>
                  <a:tcPr/>
                </a:tc>
                <a:tc>
                  <a:txBody>
                    <a:bodyPr/>
                    <a:lstStyle/>
                    <a:p>
                      <a:r>
                        <a:rPr lang="en-US" sz="1400" dirty="0"/>
                        <a:t>45</a:t>
                      </a:r>
                    </a:p>
                  </a:txBody>
                  <a:tcPr/>
                </a:tc>
                <a:extLst>
                  <a:ext uri="{0D108BD9-81ED-4DB2-BD59-A6C34878D82A}">
                    <a16:rowId xmlns:a16="http://schemas.microsoft.com/office/drawing/2014/main" val="2480965630"/>
                  </a:ext>
                </a:extLst>
              </a:tr>
              <a:tr h="356532">
                <a:tc>
                  <a:txBody>
                    <a:bodyPr/>
                    <a:lstStyle/>
                    <a:p>
                      <a:r>
                        <a:rPr lang="en-US" sz="1400" dirty="0"/>
                        <a:t>Pipeline</a:t>
                      </a:r>
                    </a:p>
                  </a:txBody>
                  <a:tcPr/>
                </a:tc>
                <a:tc>
                  <a:txBody>
                    <a:bodyPr/>
                    <a:lstStyle/>
                    <a:p>
                      <a:r>
                        <a:rPr lang="en-US" sz="1400" dirty="0"/>
                        <a:t>40</a:t>
                      </a:r>
                    </a:p>
                  </a:txBody>
                  <a:tcPr/>
                </a:tc>
                <a:tc>
                  <a:txBody>
                    <a:bodyPr/>
                    <a:lstStyle/>
                    <a:p>
                      <a:r>
                        <a:rPr lang="en-US" sz="1400" dirty="0"/>
                        <a:t>55</a:t>
                      </a:r>
                    </a:p>
                  </a:txBody>
                  <a:tcPr/>
                </a:tc>
                <a:tc>
                  <a:txBody>
                    <a:bodyPr/>
                    <a:lstStyle/>
                    <a:p>
                      <a:r>
                        <a:rPr lang="en-US" sz="1400" dirty="0"/>
                        <a:t>60</a:t>
                      </a:r>
                    </a:p>
                  </a:txBody>
                  <a:tcPr/>
                </a:tc>
                <a:extLst>
                  <a:ext uri="{0D108BD9-81ED-4DB2-BD59-A6C34878D82A}">
                    <a16:rowId xmlns:a16="http://schemas.microsoft.com/office/drawing/2014/main" val="2528662"/>
                  </a:ext>
                </a:extLst>
              </a:tr>
              <a:tr h="281031">
                <a:tc>
                  <a:txBody>
                    <a:bodyPr/>
                    <a:lstStyle/>
                    <a:p>
                      <a:r>
                        <a:rPr lang="en-US" sz="1400" dirty="0"/>
                        <a:t>Prioritization</a:t>
                      </a:r>
                    </a:p>
                  </a:txBody>
                  <a:tcPr/>
                </a:tc>
                <a:tc>
                  <a:txBody>
                    <a:bodyPr/>
                    <a:lstStyle/>
                    <a:p>
                      <a:r>
                        <a:rPr lang="en-US" sz="1400" dirty="0"/>
                        <a:t>53</a:t>
                      </a:r>
                    </a:p>
                  </a:txBody>
                  <a:tcPr/>
                </a:tc>
                <a:tc>
                  <a:txBody>
                    <a:bodyPr/>
                    <a:lstStyle/>
                    <a:p>
                      <a:r>
                        <a:rPr lang="en-US" sz="1400" dirty="0"/>
                        <a:t>62</a:t>
                      </a:r>
                    </a:p>
                  </a:txBody>
                  <a:tcPr/>
                </a:tc>
                <a:tc>
                  <a:txBody>
                    <a:bodyPr/>
                    <a:lstStyle/>
                    <a:p>
                      <a:r>
                        <a:rPr lang="en-US" sz="1400" dirty="0"/>
                        <a:t>60</a:t>
                      </a:r>
                    </a:p>
                  </a:txBody>
                  <a:tcPr/>
                </a:tc>
                <a:extLst>
                  <a:ext uri="{0D108BD9-81ED-4DB2-BD59-A6C34878D82A}">
                    <a16:rowId xmlns:a16="http://schemas.microsoft.com/office/drawing/2014/main" val="1653806417"/>
                  </a:ext>
                </a:extLst>
              </a:tr>
            </a:tbl>
          </a:graphicData>
        </a:graphic>
      </p:graphicFrame>
      <p:graphicFrame>
        <p:nvGraphicFramePr>
          <p:cNvPr id="8" name="Table 7">
            <a:extLst>
              <a:ext uri="{FF2B5EF4-FFF2-40B4-BE49-F238E27FC236}">
                <a16:creationId xmlns:a16="http://schemas.microsoft.com/office/drawing/2014/main" id="{3BBF86DA-C441-B294-6B47-1B1AC08F7410}"/>
              </a:ext>
            </a:extLst>
          </p:cNvPr>
          <p:cNvGraphicFramePr>
            <a:graphicFrameLocks noGrp="1"/>
          </p:cNvGraphicFramePr>
          <p:nvPr>
            <p:extLst>
              <p:ext uri="{D42A27DB-BD31-4B8C-83A1-F6EECF244321}">
                <p14:modId xmlns:p14="http://schemas.microsoft.com/office/powerpoint/2010/main" val="1704494202"/>
              </p:ext>
            </p:extLst>
          </p:nvPr>
        </p:nvGraphicFramePr>
        <p:xfrm>
          <a:off x="6292862" y="2814515"/>
          <a:ext cx="2478946" cy="1781261"/>
        </p:xfrm>
        <a:graphic>
          <a:graphicData uri="http://schemas.openxmlformats.org/drawingml/2006/table">
            <a:tbl>
              <a:tblPr firstRow="1" bandRow="1">
                <a:tableStyleId>{5C22544A-7EE6-4342-B048-85BDC9FD1C3A}</a:tableStyleId>
              </a:tblPr>
              <a:tblGrid>
                <a:gridCol w="1146775">
                  <a:extLst>
                    <a:ext uri="{9D8B030D-6E8A-4147-A177-3AD203B41FA5}">
                      <a16:colId xmlns:a16="http://schemas.microsoft.com/office/drawing/2014/main" val="3173273078"/>
                    </a:ext>
                  </a:extLst>
                </a:gridCol>
                <a:gridCol w="457248">
                  <a:extLst>
                    <a:ext uri="{9D8B030D-6E8A-4147-A177-3AD203B41FA5}">
                      <a16:colId xmlns:a16="http://schemas.microsoft.com/office/drawing/2014/main" val="762319189"/>
                    </a:ext>
                  </a:extLst>
                </a:gridCol>
                <a:gridCol w="454821">
                  <a:extLst>
                    <a:ext uri="{9D8B030D-6E8A-4147-A177-3AD203B41FA5}">
                      <a16:colId xmlns:a16="http://schemas.microsoft.com/office/drawing/2014/main" val="1900336567"/>
                    </a:ext>
                  </a:extLst>
                </a:gridCol>
                <a:gridCol w="420102">
                  <a:extLst>
                    <a:ext uri="{9D8B030D-6E8A-4147-A177-3AD203B41FA5}">
                      <a16:colId xmlns:a16="http://schemas.microsoft.com/office/drawing/2014/main" val="2973911094"/>
                    </a:ext>
                  </a:extLst>
                </a:gridCol>
              </a:tblGrid>
              <a:tr h="378772">
                <a:tc>
                  <a:txBody>
                    <a:bodyPr/>
                    <a:lstStyle/>
                    <a:p>
                      <a:r>
                        <a:rPr lang="en-US" sz="1400" dirty="0"/>
                        <a:t>ACC0114</a:t>
                      </a:r>
                      <a:endParaRPr lang="en-US" sz="1800" dirty="0"/>
                    </a:p>
                  </a:txBody>
                  <a:tcPr/>
                </a:tc>
                <a:tc>
                  <a:txBody>
                    <a:bodyPr/>
                    <a:lstStyle/>
                    <a:p>
                      <a:r>
                        <a:rPr lang="en-US" sz="1400" dirty="0"/>
                        <a:t>1</a:t>
                      </a:r>
                    </a:p>
                  </a:txBody>
                  <a:tcPr/>
                </a:tc>
                <a:tc>
                  <a:txBody>
                    <a:bodyPr/>
                    <a:lstStyle/>
                    <a:p>
                      <a:r>
                        <a:rPr lang="en-US" sz="1400" dirty="0"/>
                        <a:t>2</a:t>
                      </a:r>
                    </a:p>
                  </a:txBody>
                  <a:tcPr/>
                </a:tc>
                <a:tc>
                  <a:txBody>
                    <a:bodyPr/>
                    <a:lstStyle/>
                    <a:p>
                      <a:r>
                        <a:rPr lang="en-US" sz="1400" dirty="0"/>
                        <a:t>3</a:t>
                      </a:r>
                    </a:p>
                  </a:txBody>
                  <a:tcPr/>
                </a:tc>
                <a:extLst>
                  <a:ext uri="{0D108BD9-81ED-4DB2-BD59-A6C34878D82A}">
                    <a16:rowId xmlns:a16="http://schemas.microsoft.com/office/drawing/2014/main" val="1649161433"/>
                  </a:ext>
                </a:extLst>
              </a:tr>
              <a:tr h="346874">
                <a:tc>
                  <a:txBody>
                    <a:bodyPr/>
                    <a:lstStyle/>
                    <a:p>
                      <a:r>
                        <a:rPr lang="en-US" sz="1400" dirty="0"/>
                        <a:t>Fit</a:t>
                      </a:r>
                    </a:p>
                  </a:txBody>
                  <a:tcPr/>
                </a:tc>
                <a:tc>
                  <a:txBody>
                    <a:bodyPr/>
                    <a:lstStyle/>
                    <a:p>
                      <a:r>
                        <a:rPr lang="en-US" sz="1400" dirty="0"/>
                        <a:t>80</a:t>
                      </a:r>
                    </a:p>
                  </a:txBody>
                  <a:tcPr/>
                </a:tc>
                <a:tc>
                  <a:txBody>
                    <a:bodyPr/>
                    <a:lstStyle/>
                    <a:p>
                      <a:r>
                        <a:rPr lang="en-US" sz="1400" dirty="0"/>
                        <a:t>85</a:t>
                      </a:r>
                    </a:p>
                  </a:txBody>
                  <a:tcPr/>
                </a:tc>
                <a:tc>
                  <a:txBody>
                    <a:bodyPr/>
                    <a:lstStyle/>
                    <a:p>
                      <a:r>
                        <a:rPr lang="en-US" sz="1400" dirty="0"/>
                        <a:t>90</a:t>
                      </a:r>
                    </a:p>
                  </a:txBody>
                  <a:tcPr/>
                </a:tc>
                <a:extLst>
                  <a:ext uri="{0D108BD9-81ED-4DB2-BD59-A6C34878D82A}">
                    <a16:rowId xmlns:a16="http://schemas.microsoft.com/office/drawing/2014/main" val="2150237325"/>
                  </a:ext>
                </a:extLst>
              </a:tr>
              <a:tr h="394283">
                <a:tc>
                  <a:txBody>
                    <a:bodyPr/>
                    <a:lstStyle/>
                    <a:p>
                      <a:r>
                        <a:rPr lang="en-US" sz="1400" dirty="0"/>
                        <a:t>Engagement</a:t>
                      </a:r>
                    </a:p>
                  </a:txBody>
                  <a:tcPr/>
                </a:tc>
                <a:tc>
                  <a:txBody>
                    <a:bodyPr/>
                    <a:lstStyle/>
                    <a:p>
                      <a:r>
                        <a:rPr lang="en-US" sz="1400" dirty="0"/>
                        <a:t>70</a:t>
                      </a:r>
                    </a:p>
                  </a:txBody>
                  <a:tcPr/>
                </a:tc>
                <a:tc>
                  <a:txBody>
                    <a:bodyPr/>
                    <a:lstStyle/>
                    <a:p>
                      <a:r>
                        <a:rPr lang="en-US" sz="1400" dirty="0"/>
                        <a:t>75</a:t>
                      </a:r>
                    </a:p>
                  </a:txBody>
                  <a:tcPr/>
                </a:tc>
                <a:tc>
                  <a:txBody>
                    <a:bodyPr/>
                    <a:lstStyle/>
                    <a:p>
                      <a:r>
                        <a:rPr lang="en-US" sz="1400" dirty="0"/>
                        <a:t>85</a:t>
                      </a:r>
                    </a:p>
                  </a:txBody>
                  <a:tcPr/>
                </a:tc>
                <a:extLst>
                  <a:ext uri="{0D108BD9-81ED-4DB2-BD59-A6C34878D82A}">
                    <a16:rowId xmlns:a16="http://schemas.microsoft.com/office/drawing/2014/main" val="2480965630"/>
                  </a:ext>
                </a:extLst>
              </a:tr>
              <a:tr h="356532">
                <a:tc>
                  <a:txBody>
                    <a:bodyPr/>
                    <a:lstStyle/>
                    <a:p>
                      <a:r>
                        <a:rPr lang="en-US" sz="1400" dirty="0"/>
                        <a:t>Pipeline</a:t>
                      </a:r>
                    </a:p>
                  </a:txBody>
                  <a:tcPr/>
                </a:tc>
                <a:tc>
                  <a:txBody>
                    <a:bodyPr/>
                    <a:lstStyle/>
                    <a:p>
                      <a:r>
                        <a:rPr lang="en-US" sz="1400" dirty="0"/>
                        <a:t>85</a:t>
                      </a:r>
                    </a:p>
                  </a:txBody>
                  <a:tcPr/>
                </a:tc>
                <a:tc>
                  <a:txBody>
                    <a:bodyPr/>
                    <a:lstStyle/>
                    <a:p>
                      <a:r>
                        <a:rPr lang="en-US" sz="1400" dirty="0"/>
                        <a:t>80</a:t>
                      </a:r>
                    </a:p>
                  </a:txBody>
                  <a:tcPr/>
                </a:tc>
                <a:tc>
                  <a:txBody>
                    <a:bodyPr/>
                    <a:lstStyle/>
                    <a:p>
                      <a:r>
                        <a:rPr lang="en-US" sz="1400" dirty="0"/>
                        <a:t>80</a:t>
                      </a:r>
                    </a:p>
                  </a:txBody>
                  <a:tcPr/>
                </a:tc>
                <a:extLst>
                  <a:ext uri="{0D108BD9-81ED-4DB2-BD59-A6C34878D82A}">
                    <a16:rowId xmlns:a16="http://schemas.microsoft.com/office/drawing/2014/main" val="2528662"/>
                  </a:ext>
                </a:extLst>
              </a:tr>
              <a:tr h="281031">
                <a:tc>
                  <a:txBody>
                    <a:bodyPr/>
                    <a:lstStyle/>
                    <a:p>
                      <a:r>
                        <a:rPr lang="en-US" sz="1400" dirty="0"/>
                        <a:t>Prioritization</a:t>
                      </a:r>
                    </a:p>
                  </a:txBody>
                  <a:tcPr/>
                </a:tc>
                <a:tc>
                  <a:txBody>
                    <a:bodyPr/>
                    <a:lstStyle/>
                    <a:p>
                      <a:r>
                        <a:rPr lang="en-US" sz="1400" dirty="0"/>
                        <a:t>78</a:t>
                      </a:r>
                    </a:p>
                  </a:txBody>
                  <a:tcPr/>
                </a:tc>
                <a:tc>
                  <a:txBody>
                    <a:bodyPr/>
                    <a:lstStyle/>
                    <a:p>
                      <a:r>
                        <a:rPr lang="en-US" sz="1400" dirty="0"/>
                        <a:t>80</a:t>
                      </a:r>
                    </a:p>
                  </a:txBody>
                  <a:tcPr/>
                </a:tc>
                <a:tc>
                  <a:txBody>
                    <a:bodyPr/>
                    <a:lstStyle/>
                    <a:p>
                      <a:r>
                        <a:rPr lang="en-US" sz="1400" dirty="0"/>
                        <a:t>85</a:t>
                      </a:r>
                    </a:p>
                  </a:txBody>
                  <a:tcPr/>
                </a:tc>
                <a:extLst>
                  <a:ext uri="{0D108BD9-81ED-4DB2-BD59-A6C34878D82A}">
                    <a16:rowId xmlns:a16="http://schemas.microsoft.com/office/drawing/2014/main" val="1653806417"/>
                  </a:ext>
                </a:extLst>
              </a:tr>
            </a:tbl>
          </a:graphicData>
        </a:graphic>
      </p:graphicFrame>
      <p:sp>
        <p:nvSpPr>
          <p:cNvPr id="10" name="TextBox 9">
            <a:extLst>
              <a:ext uri="{FF2B5EF4-FFF2-40B4-BE49-F238E27FC236}">
                <a16:creationId xmlns:a16="http://schemas.microsoft.com/office/drawing/2014/main" id="{61C4B9FF-F460-0FEB-CAC0-6D7226F2A78B}"/>
              </a:ext>
            </a:extLst>
          </p:cNvPr>
          <p:cNvSpPr txBox="1"/>
          <p:nvPr/>
        </p:nvSpPr>
        <p:spPr>
          <a:xfrm>
            <a:off x="8814928" y="2784244"/>
            <a:ext cx="2166262" cy="523220"/>
          </a:xfrm>
          <a:prstGeom prst="rect">
            <a:avLst/>
          </a:prstGeom>
          <a:noFill/>
        </p:spPr>
        <p:txBody>
          <a:bodyPr wrap="square" rtlCol="0">
            <a:spAutoFit/>
          </a:bodyPr>
          <a:lstStyle/>
          <a:p>
            <a:r>
              <a:rPr lang="en-US" sz="1400" dirty="0">
                <a:solidFill>
                  <a:srgbClr val="0070C0"/>
                </a:solidFill>
              </a:rPr>
              <a:t>Re-runs in quick succession for 3 random examples</a:t>
            </a:r>
          </a:p>
        </p:txBody>
      </p:sp>
      <p:sp>
        <p:nvSpPr>
          <p:cNvPr id="14" name="Rectangle 13">
            <a:extLst>
              <a:ext uri="{FF2B5EF4-FFF2-40B4-BE49-F238E27FC236}">
                <a16:creationId xmlns:a16="http://schemas.microsoft.com/office/drawing/2014/main" id="{D8D4CC2A-0070-EE6A-3AA3-F24A3C7D29C4}"/>
              </a:ext>
            </a:extLst>
          </p:cNvPr>
          <p:cNvSpPr/>
          <p:nvPr/>
        </p:nvSpPr>
        <p:spPr>
          <a:xfrm>
            <a:off x="981513" y="5327010"/>
            <a:ext cx="9840286" cy="4152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t>LLMs’ scoring is based on language-derivation and creativity rather than traditional, math-based calculations. Scores should be interpreted and ranked less literally. </a:t>
            </a:r>
          </a:p>
        </p:txBody>
      </p:sp>
      <p:sp>
        <p:nvSpPr>
          <p:cNvPr id="15" name="Rectangle 14">
            <a:extLst>
              <a:ext uri="{FF2B5EF4-FFF2-40B4-BE49-F238E27FC236}">
                <a16:creationId xmlns:a16="http://schemas.microsoft.com/office/drawing/2014/main" id="{A1257343-BD00-057F-87BC-21FA99ED9124}"/>
              </a:ext>
            </a:extLst>
          </p:cNvPr>
          <p:cNvSpPr/>
          <p:nvPr/>
        </p:nvSpPr>
        <p:spPr>
          <a:xfrm>
            <a:off x="1097280" y="4677813"/>
            <a:ext cx="3958262" cy="386495"/>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t>Consistently calculates prioritization score as the average of the other 3 preceding scores (not explicitly instructed)</a:t>
            </a:r>
            <a:endParaRPr lang="en-US" sz="1000" dirty="0">
              <a:solidFill>
                <a:schemeClr val="bg1"/>
              </a:solidFill>
            </a:endParaRPr>
          </a:p>
        </p:txBody>
      </p:sp>
      <p:sp>
        <p:nvSpPr>
          <p:cNvPr id="16" name="Rectangle 15">
            <a:extLst>
              <a:ext uri="{FF2B5EF4-FFF2-40B4-BE49-F238E27FC236}">
                <a16:creationId xmlns:a16="http://schemas.microsoft.com/office/drawing/2014/main" id="{BEFF9A05-D8A8-A30D-8FAC-13DFC1CA7B18}"/>
              </a:ext>
            </a:extLst>
          </p:cNvPr>
          <p:cNvSpPr/>
          <p:nvPr/>
        </p:nvSpPr>
        <p:spPr>
          <a:xfrm>
            <a:off x="8717689" y="4064976"/>
            <a:ext cx="2024414" cy="59761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t>Tendency to provide scores that are multiples of 5 (imitative of human)</a:t>
            </a:r>
          </a:p>
        </p:txBody>
      </p:sp>
      <p:sp>
        <p:nvSpPr>
          <p:cNvPr id="17" name="Rectangle 16">
            <a:extLst>
              <a:ext uri="{FF2B5EF4-FFF2-40B4-BE49-F238E27FC236}">
                <a16:creationId xmlns:a16="http://schemas.microsoft.com/office/drawing/2014/main" id="{6526FA7E-0FB7-136C-E503-BA041D6B2E16}"/>
              </a:ext>
            </a:extLst>
          </p:cNvPr>
          <p:cNvSpPr/>
          <p:nvPr/>
        </p:nvSpPr>
        <p:spPr>
          <a:xfrm>
            <a:off x="8717689" y="3338856"/>
            <a:ext cx="2024414" cy="59761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t>Variations in figures despite detailed prompt instructions and identical data at each iteration</a:t>
            </a:r>
          </a:p>
        </p:txBody>
      </p:sp>
    </p:spTree>
    <p:extLst>
      <p:ext uri="{BB962C8B-B14F-4D97-AF65-F5344CB8AC3E}">
        <p14:creationId xmlns:p14="http://schemas.microsoft.com/office/powerpoint/2010/main" val="4634660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FE44A31-A5B4-42E5-8EAD-F6EB9A030D18}"/>
              </a:ext>
            </a:extLst>
          </p:cNvPr>
          <p:cNvSpPr/>
          <p:nvPr/>
        </p:nvSpPr>
        <p:spPr>
          <a:xfrm>
            <a:off x="1328311" y="2185331"/>
            <a:ext cx="3008786" cy="2260833"/>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27B9AE9-54E2-6401-4A52-7FEA63B192BF}"/>
              </a:ext>
            </a:extLst>
          </p:cNvPr>
          <p:cNvSpPr>
            <a:spLocks noGrp="1"/>
          </p:cNvSpPr>
          <p:nvPr>
            <p:ph type="title"/>
          </p:nvPr>
        </p:nvSpPr>
        <p:spPr/>
        <p:txBody>
          <a:bodyPr/>
          <a:lstStyle/>
          <a:p>
            <a:r>
              <a:rPr lang="en-US" dirty="0"/>
              <a:t>Implementation – A careful process</a:t>
            </a:r>
          </a:p>
        </p:txBody>
      </p:sp>
      <p:pic>
        <p:nvPicPr>
          <p:cNvPr id="5" name="Content Placeholder 4" descr="User with solid fill">
            <a:extLst>
              <a:ext uri="{FF2B5EF4-FFF2-40B4-BE49-F238E27FC236}">
                <a16:creationId xmlns:a16="http://schemas.microsoft.com/office/drawing/2014/main" id="{0A1B1A7D-B6C3-2131-E64F-D7C134C2D3FF}"/>
              </a:ext>
            </a:extLst>
          </p:cNvPr>
          <p:cNvPicPr>
            <a:picLocks noGrp="1" noChangeAspect="1"/>
          </p:cNvPicPr>
          <p:nvPr>
            <p:ph idx="1"/>
          </p:nvPr>
        </p:nvPicPr>
        <p:blipFill>
          <a:blip r:embed="rId2">
            <a:extLst>
              <a:ext uri="{96DAC541-7B7A-43D3-8B79-37D633B846F1}">
                <asvg:svgBlip xmlns:asvg="http://schemas.microsoft.com/office/drawing/2016/SVG/main" r:embed="rId3"/>
              </a:ext>
            </a:extLst>
          </a:blip>
          <a:stretch>
            <a:fillRect/>
          </a:stretch>
        </p:blipFill>
        <p:spPr>
          <a:xfrm>
            <a:off x="2367128" y="4678848"/>
            <a:ext cx="914400" cy="914400"/>
          </a:xfrm>
        </p:spPr>
      </p:pic>
      <p:sp>
        <p:nvSpPr>
          <p:cNvPr id="6" name="Rectangle 5">
            <a:extLst>
              <a:ext uri="{FF2B5EF4-FFF2-40B4-BE49-F238E27FC236}">
                <a16:creationId xmlns:a16="http://schemas.microsoft.com/office/drawing/2014/main" id="{957A4754-73F4-AB98-DF65-0B8210B58960}"/>
              </a:ext>
            </a:extLst>
          </p:cNvPr>
          <p:cNvSpPr/>
          <p:nvPr/>
        </p:nvSpPr>
        <p:spPr>
          <a:xfrm>
            <a:off x="1989648" y="2282293"/>
            <a:ext cx="1763160" cy="702973"/>
          </a:xfrm>
          <a:prstGeom prst="rect">
            <a:avLst/>
          </a:prstGeom>
          <a:solidFill>
            <a:srgbClr val="002060"/>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t>Lead Prioritization Model</a:t>
            </a:r>
          </a:p>
        </p:txBody>
      </p:sp>
      <p:sp>
        <p:nvSpPr>
          <p:cNvPr id="7" name="TextBox 6">
            <a:extLst>
              <a:ext uri="{FF2B5EF4-FFF2-40B4-BE49-F238E27FC236}">
                <a16:creationId xmlns:a16="http://schemas.microsoft.com/office/drawing/2014/main" id="{7081E026-2861-10E9-BD5E-2295C34FA41D}"/>
              </a:ext>
            </a:extLst>
          </p:cNvPr>
          <p:cNvSpPr txBox="1"/>
          <p:nvPr/>
        </p:nvSpPr>
        <p:spPr>
          <a:xfrm>
            <a:off x="1473492" y="3657599"/>
            <a:ext cx="958861" cy="646331"/>
          </a:xfrm>
          <a:prstGeom prst="rect">
            <a:avLst/>
          </a:prstGeom>
          <a:solidFill>
            <a:schemeClr val="accent3">
              <a:lumMod val="20000"/>
              <a:lumOff val="80000"/>
            </a:schemeClr>
          </a:solidFill>
          <a:ln w="28575">
            <a:solidFill>
              <a:schemeClr val="accent5"/>
            </a:solidFill>
          </a:ln>
        </p:spPr>
        <p:txBody>
          <a:bodyPr wrap="square" rtlCol="0">
            <a:spAutoFit/>
          </a:bodyPr>
          <a:lstStyle/>
          <a:p>
            <a:r>
              <a:rPr lang="en-US" sz="900" b="1" dirty="0"/>
              <a:t>Lead Account # 1234</a:t>
            </a:r>
          </a:p>
          <a:p>
            <a:endParaRPr lang="en-US" sz="900" dirty="0"/>
          </a:p>
          <a:p>
            <a:r>
              <a:rPr lang="en-US" sz="900" dirty="0"/>
              <a:t>…</a:t>
            </a:r>
          </a:p>
        </p:txBody>
      </p:sp>
      <p:sp>
        <p:nvSpPr>
          <p:cNvPr id="11" name="TextBox 10">
            <a:extLst>
              <a:ext uri="{FF2B5EF4-FFF2-40B4-BE49-F238E27FC236}">
                <a16:creationId xmlns:a16="http://schemas.microsoft.com/office/drawing/2014/main" id="{B18A3285-939D-5D3B-7C40-98F7E5F639CF}"/>
              </a:ext>
            </a:extLst>
          </p:cNvPr>
          <p:cNvSpPr txBox="1"/>
          <p:nvPr/>
        </p:nvSpPr>
        <p:spPr>
          <a:xfrm>
            <a:off x="1567472" y="3573237"/>
            <a:ext cx="958861" cy="646331"/>
          </a:xfrm>
          <a:prstGeom prst="rect">
            <a:avLst/>
          </a:prstGeom>
          <a:solidFill>
            <a:schemeClr val="accent3">
              <a:lumMod val="20000"/>
              <a:lumOff val="80000"/>
            </a:schemeClr>
          </a:solidFill>
          <a:ln w="28575">
            <a:solidFill>
              <a:schemeClr val="accent5"/>
            </a:solidFill>
          </a:ln>
        </p:spPr>
        <p:txBody>
          <a:bodyPr wrap="square" rtlCol="0">
            <a:spAutoFit/>
          </a:bodyPr>
          <a:lstStyle/>
          <a:p>
            <a:r>
              <a:rPr lang="en-US" sz="900" b="1" dirty="0"/>
              <a:t>Lead Account # 1234</a:t>
            </a:r>
          </a:p>
          <a:p>
            <a:endParaRPr lang="en-US" sz="900" dirty="0"/>
          </a:p>
          <a:p>
            <a:r>
              <a:rPr lang="en-US" sz="900" dirty="0"/>
              <a:t>…</a:t>
            </a:r>
          </a:p>
        </p:txBody>
      </p:sp>
      <p:sp>
        <p:nvSpPr>
          <p:cNvPr id="12" name="TextBox 11">
            <a:extLst>
              <a:ext uri="{FF2B5EF4-FFF2-40B4-BE49-F238E27FC236}">
                <a16:creationId xmlns:a16="http://schemas.microsoft.com/office/drawing/2014/main" id="{0F436655-3A9A-5627-0AD6-CCCFAB45A17E}"/>
              </a:ext>
            </a:extLst>
          </p:cNvPr>
          <p:cNvSpPr txBox="1"/>
          <p:nvPr/>
        </p:nvSpPr>
        <p:spPr>
          <a:xfrm>
            <a:off x="1677998" y="3488875"/>
            <a:ext cx="958861" cy="646331"/>
          </a:xfrm>
          <a:prstGeom prst="rect">
            <a:avLst/>
          </a:prstGeom>
          <a:solidFill>
            <a:schemeClr val="accent3">
              <a:lumMod val="20000"/>
              <a:lumOff val="80000"/>
            </a:schemeClr>
          </a:solidFill>
          <a:ln w="28575">
            <a:solidFill>
              <a:schemeClr val="accent5"/>
            </a:solidFill>
          </a:ln>
        </p:spPr>
        <p:txBody>
          <a:bodyPr wrap="square" rtlCol="0">
            <a:spAutoFit/>
          </a:bodyPr>
          <a:lstStyle/>
          <a:p>
            <a:r>
              <a:rPr lang="en-US" sz="900" b="1" dirty="0"/>
              <a:t>Lead Account</a:t>
            </a:r>
          </a:p>
          <a:p>
            <a:r>
              <a:rPr lang="en-US" sz="900" b="1" dirty="0"/>
              <a:t>#1234</a:t>
            </a:r>
          </a:p>
          <a:p>
            <a:endParaRPr lang="en-US" sz="900" dirty="0"/>
          </a:p>
          <a:p>
            <a:r>
              <a:rPr lang="en-US" sz="900" dirty="0"/>
              <a:t>…</a:t>
            </a:r>
          </a:p>
        </p:txBody>
      </p:sp>
      <p:sp>
        <p:nvSpPr>
          <p:cNvPr id="13" name="TextBox 12">
            <a:extLst>
              <a:ext uri="{FF2B5EF4-FFF2-40B4-BE49-F238E27FC236}">
                <a16:creationId xmlns:a16="http://schemas.microsoft.com/office/drawing/2014/main" id="{D3CD7249-5CBA-71DA-0888-E3632FA07FC6}"/>
              </a:ext>
            </a:extLst>
          </p:cNvPr>
          <p:cNvSpPr txBox="1"/>
          <p:nvPr/>
        </p:nvSpPr>
        <p:spPr>
          <a:xfrm>
            <a:off x="2975589" y="3657599"/>
            <a:ext cx="958861" cy="646331"/>
          </a:xfrm>
          <a:prstGeom prst="rect">
            <a:avLst/>
          </a:prstGeom>
          <a:solidFill>
            <a:schemeClr val="accent3">
              <a:lumMod val="20000"/>
              <a:lumOff val="80000"/>
            </a:schemeClr>
          </a:solidFill>
          <a:ln w="28575">
            <a:solidFill>
              <a:schemeClr val="accent5"/>
            </a:solidFill>
          </a:ln>
        </p:spPr>
        <p:txBody>
          <a:bodyPr wrap="square" rtlCol="0">
            <a:spAutoFit/>
          </a:bodyPr>
          <a:lstStyle/>
          <a:p>
            <a:r>
              <a:rPr lang="en-US" sz="900" b="1" dirty="0"/>
              <a:t>Lead Account # 1234</a:t>
            </a:r>
          </a:p>
          <a:p>
            <a:endParaRPr lang="en-US" sz="900" dirty="0"/>
          </a:p>
          <a:p>
            <a:r>
              <a:rPr lang="en-US" sz="900" dirty="0"/>
              <a:t>…</a:t>
            </a:r>
          </a:p>
        </p:txBody>
      </p:sp>
      <p:sp>
        <p:nvSpPr>
          <p:cNvPr id="14" name="TextBox 13">
            <a:extLst>
              <a:ext uri="{FF2B5EF4-FFF2-40B4-BE49-F238E27FC236}">
                <a16:creationId xmlns:a16="http://schemas.microsoft.com/office/drawing/2014/main" id="{B13321E9-0D4F-3FCF-2058-F2EE5F7D11DE}"/>
              </a:ext>
            </a:extLst>
          </p:cNvPr>
          <p:cNvSpPr txBox="1"/>
          <p:nvPr/>
        </p:nvSpPr>
        <p:spPr>
          <a:xfrm>
            <a:off x="3069569" y="3573237"/>
            <a:ext cx="958861" cy="646331"/>
          </a:xfrm>
          <a:prstGeom prst="rect">
            <a:avLst/>
          </a:prstGeom>
          <a:solidFill>
            <a:schemeClr val="accent3">
              <a:lumMod val="20000"/>
              <a:lumOff val="80000"/>
            </a:schemeClr>
          </a:solidFill>
          <a:ln w="28575">
            <a:solidFill>
              <a:schemeClr val="accent5"/>
            </a:solidFill>
          </a:ln>
        </p:spPr>
        <p:txBody>
          <a:bodyPr wrap="square" rtlCol="0">
            <a:spAutoFit/>
          </a:bodyPr>
          <a:lstStyle/>
          <a:p>
            <a:r>
              <a:rPr lang="en-US" sz="900" b="1" dirty="0"/>
              <a:t>Lead Account # 1234</a:t>
            </a:r>
          </a:p>
          <a:p>
            <a:endParaRPr lang="en-US" sz="900" dirty="0"/>
          </a:p>
          <a:p>
            <a:r>
              <a:rPr lang="en-US" sz="900" dirty="0"/>
              <a:t>…</a:t>
            </a:r>
          </a:p>
        </p:txBody>
      </p:sp>
      <p:sp>
        <p:nvSpPr>
          <p:cNvPr id="15" name="TextBox 14">
            <a:extLst>
              <a:ext uri="{FF2B5EF4-FFF2-40B4-BE49-F238E27FC236}">
                <a16:creationId xmlns:a16="http://schemas.microsoft.com/office/drawing/2014/main" id="{CA5F49CA-ECD8-FA09-A8EF-FBA8833ACC33}"/>
              </a:ext>
            </a:extLst>
          </p:cNvPr>
          <p:cNvSpPr txBox="1"/>
          <p:nvPr/>
        </p:nvSpPr>
        <p:spPr>
          <a:xfrm>
            <a:off x="3180095" y="3488875"/>
            <a:ext cx="958861" cy="646331"/>
          </a:xfrm>
          <a:prstGeom prst="rect">
            <a:avLst/>
          </a:prstGeom>
          <a:solidFill>
            <a:schemeClr val="accent3">
              <a:lumMod val="20000"/>
              <a:lumOff val="80000"/>
            </a:schemeClr>
          </a:solidFill>
          <a:ln w="28575">
            <a:solidFill>
              <a:schemeClr val="accent5"/>
            </a:solidFill>
          </a:ln>
        </p:spPr>
        <p:txBody>
          <a:bodyPr wrap="square" rtlCol="0">
            <a:spAutoFit/>
          </a:bodyPr>
          <a:lstStyle/>
          <a:p>
            <a:r>
              <a:rPr lang="en-US" sz="900" b="1" dirty="0"/>
              <a:t>Lead Account #6789</a:t>
            </a:r>
          </a:p>
          <a:p>
            <a:endParaRPr lang="en-US" sz="900" dirty="0"/>
          </a:p>
          <a:p>
            <a:r>
              <a:rPr lang="en-US" sz="900" dirty="0"/>
              <a:t>…</a:t>
            </a:r>
          </a:p>
        </p:txBody>
      </p:sp>
      <p:sp>
        <p:nvSpPr>
          <p:cNvPr id="16" name="TextBox 15">
            <a:extLst>
              <a:ext uri="{FF2B5EF4-FFF2-40B4-BE49-F238E27FC236}">
                <a16:creationId xmlns:a16="http://schemas.microsoft.com/office/drawing/2014/main" id="{1C754811-C646-D4FA-E338-9227909542E9}"/>
              </a:ext>
            </a:extLst>
          </p:cNvPr>
          <p:cNvSpPr txBox="1"/>
          <p:nvPr/>
        </p:nvSpPr>
        <p:spPr>
          <a:xfrm>
            <a:off x="1443723" y="3172348"/>
            <a:ext cx="934871" cy="261610"/>
          </a:xfrm>
          <a:prstGeom prst="rect">
            <a:avLst/>
          </a:prstGeom>
          <a:noFill/>
        </p:spPr>
        <p:txBody>
          <a:bodyPr wrap="none" rtlCol="0">
            <a:spAutoFit/>
          </a:bodyPr>
          <a:lstStyle/>
          <a:p>
            <a:r>
              <a:rPr lang="en-US" sz="1100" dirty="0"/>
              <a:t>High Priority:</a:t>
            </a:r>
          </a:p>
        </p:txBody>
      </p:sp>
      <p:sp>
        <p:nvSpPr>
          <p:cNvPr id="17" name="TextBox 16">
            <a:extLst>
              <a:ext uri="{FF2B5EF4-FFF2-40B4-BE49-F238E27FC236}">
                <a16:creationId xmlns:a16="http://schemas.microsoft.com/office/drawing/2014/main" id="{D829D3AD-E074-58EE-D990-9C3726862237}"/>
              </a:ext>
            </a:extLst>
          </p:cNvPr>
          <p:cNvSpPr txBox="1"/>
          <p:nvPr/>
        </p:nvSpPr>
        <p:spPr>
          <a:xfrm>
            <a:off x="3011365" y="3172504"/>
            <a:ext cx="909223" cy="261610"/>
          </a:xfrm>
          <a:prstGeom prst="rect">
            <a:avLst/>
          </a:prstGeom>
          <a:noFill/>
        </p:spPr>
        <p:txBody>
          <a:bodyPr wrap="none" rtlCol="0">
            <a:spAutoFit/>
          </a:bodyPr>
          <a:lstStyle/>
          <a:p>
            <a:r>
              <a:rPr lang="en-US" sz="1100" dirty="0"/>
              <a:t>Low Priority:</a:t>
            </a:r>
          </a:p>
        </p:txBody>
      </p:sp>
      <p:sp>
        <p:nvSpPr>
          <p:cNvPr id="26" name="Arrow: Left-Up 25">
            <a:extLst>
              <a:ext uri="{FF2B5EF4-FFF2-40B4-BE49-F238E27FC236}">
                <a16:creationId xmlns:a16="http://schemas.microsoft.com/office/drawing/2014/main" id="{DEC4F0A4-FDEC-C0C7-C88B-BF3E8D0CC2A8}"/>
              </a:ext>
            </a:extLst>
          </p:cNvPr>
          <p:cNvSpPr/>
          <p:nvPr/>
        </p:nvSpPr>
        <p:spPr>
          <a:xfrm flipH="1">
            <a:off x="1931937" y="4072855"/>
            <a:ext cx="527926" cy="1057013"/>
          </a:xfrm>
          <a:prstGeom prst="leftUpArrow">
            <a:avLst>
              <a:gd name="adj1" fmla="val 17321"/>
              <a:gd name="adj2" fmla="val 16841"/>
              <a:gd name="adj3" fmla="val 26589"/>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Arrow: Left-Up 26">
            <a:extLst>
              <a:ext uri="{FF2B5EF4-FFF2-40B4-BE49-F238E27FC236}">
                <a16:creationId xmlns:a16="http://schemas.microsoft.com/office/drawing/2014/main" id="{7175D332-68FE-6BFD-07F7-F94049D64924}"/>
              </a:ext>
            </a:extLst>
          </p:cNvPr>
          <p:cNvSpPr/>
          <p:nvPr/>
        </p:nvSpPr>
        <p:spPr>
          <a:xfrm>
            <a:off x="3131599" y="4072856"/>
            <a:ext cx="527926" cy="1045642"/>
          </a:xfrm>
          <a:prstGeom prst="leftUpArrow">
            <a:avLst>
              <a:gd name="adj1" fmla="val 6197"/>
              <a:gd name="adj2" fmla="val 12074"/>
              <a:gd name="adj3" fmla="val 26589"/>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F3710DA5-7969-67FE-D0FE-37556ABC9CD1}"/>
              </a:ext>
            </a:extLst>
          </p:cNvPr>
          <p:cNvSpPr/>
          <p:nvPr/>
        </p:nvSpPr>
        <p:spPr>
          <a:xfrm>
            <a:off x="792162" y="4517225"/>
            <a:ext cx="1052426" cy="954017"/>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dirty="0"/>
              <a:t>AE’s engage with model-recommended accounts more, regardless of actual lead quality</a:t>
            </a:r>
          </a:p>
        </p:txBody>
      </p:sp>
      <p:sp>
        <p:nvSpPr>
          <p:cNvPr id="29" name="Rectangle 28">
            <a:extLst>
              <a:ext uri="{FF2B5EF4-FFF2-40B4-BE49-F238E27FC236}">
                <a16:creationId xmlns:a16="http://schemas.microsoft.com/office/drawing/2014/main" id="{897DCCD7-9179-06AB-36F8-13798B5E7545}"/>
              </a:ext>
            </a:extLst>
          </p:cNvPr>
          <p:cNvSpPr/>
          <p:nvPr/>
        </p:nvSpPr>
        <p:spPr>
          <a:xfrm>
            <a:off x="3694713" y="4514049"/>
            <a:ext cx="1052427" cy="91440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dirty="0"/>
              <a:t>AE’s ignore lower model-recommended accounts, regardless of actual lead quality</a:t>
            </a:r>
          </a:p>
        </p:txBody>
      </p:sp>
      <p:sp>
        <p:nvSpPr>
          <p:cNvPr id="32" name="TextBox 31">
            <a:extLst>
              <a:ext uri="{FF2B5EF4-FFF2-40B4-BE49-F238E27FC236}">
                <a16:creationId xmlns:a16="http://schemas.microsoft.com/office/drawing/2014/main" id="{536EC433-12AF-6441-A169-234E77F10B04}"/>
              </a:ext>
            </a:extLst>
          </p:cNvPr>
          <p:cNvSpPr txBox="1"/>
          <p:nvPr/>
        </p:nvSpPr>
        <p:spPr>
          <a:xfrm>
            <a:off x="1097280" y="1767518"/>
            <a:ext cx="4570547" cy="369332"/>
          </a:xfrm>
          <a:prstGeom prst="rect">
            <a:avLst/>
          </a:prstGeom>
          <a:noFill/>
        </p:spPr>
        <p:txBody>
          <a:bodyPr wrap="none" rtlCol="0">
            <a:spAutoFit/>
          </a:bodyPr>
          <a:lstStyle/>
          <a:p>
            <a:r>
              <a:rPr lang="en-US" dirty="0">
                <a:solidFill>
                  <a:schemeClr val="accent2">
                    <a:lumMod val="50000"/>
                  </a:schemeClr>
                </a:solidFill>
              </a:rPr>
              <a:t>Avoid this – Unchecked self-fulfilling prophecy</a:t>
            </a:r>
          </a:p>
        </p:txBody>
      </p:sp>
      <p:sp>
        <p:nvSpPr>
          <p:cNvPr id="33" name="Rectangle 32">
            <a:extLst>
              <a:ext uri="{FF2B5EF4-FFF2-40B4-BE49-F238E27FC236}">
                <a16:creationId xmlns:a16="http://schemas.microsoft.com/office/drawing/2014/main" id="{AEF3B59A-E9A2-F63E-E7B7-85B26882628C}"/>
              </a:ext>
            </a:extLst>
          </p:cNvPr>
          <p:cNvSpPr/>
          <p:nvPr/>
        </p:nvSpPr>
        <p:spPr>
          <a:xfrm>
            <a:off x="3896159" y="2523763"/>
            <a:ext cx="1539703" cy="73851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dirty="0"/>
              <a:t>Lead prioritization score is highly dependent on sales team action, which can blur the understanding of model performance and value</a:t>
            </a:r>
          </a:p>
        </p:txBody>
      </p:sp>
      <p:cxnSp>
        <p:nvCxnSpPr>
          <p:cNvPr id="35" name="Straight Connector 34">
            <a:extLst>
              <a:ext uri="{FF2B5EF4-FFF2-40B4-BE49-F238E27FC236}">
                <a16:creationId xmlns:a16="http://schemas.microsoft.com/office/drawing/2014/main" id="{791EAE74-FF31-AD76-9337-EE805CD074E4}"/>
              </a:ext>
            </a:extLst>
          </p:cNvPr>
          <p:cNvCxnSpPr>
            <a:cxnSpLocks/>
          </p:cNvCxnSpPr>
          <p:nvPr/>
        </p:nvCxnSpPr>
        <p:spPr>
          <a:xfrm>
            <a:off x="5737330" y="1906113"/>
            <a:ext cx="33152" cy="4205267"/>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DD02B448-B81B-CAB9-B803-DDE55D2F9A64}"/>
              </a:ext>
            </a:extLst>
          </p:cNvPr>
          <p:cNvSpPr/>
          <p:nvPr/>
        </p:nvSpPr>
        <p:spPr>
          <a:xfrm>
            <a:off x="449593" y="5601410"/>
            <a:ext cx="5218234" cy="4593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t>Potential Blind Spot: Higher model-ranked leads convert at a higher rate, because it influenced user prioritization behavior, while better value leads were ignored.</a:t>
            </a:r>
          </a:p>
        </p:txBody>
      </p:sp>
      <p:graphicFrame>
        <p:nvGraphicFramePr>
          <p:cNvPr id="39" name="Diagram 38">
            <a:extLst>
              <a:ext uri="{FF2B5EF4-FFF2-40B4-BE49-F238E27FC236}">
                <a16:creationId xmlns:a16="http://schemas.microsoft.com/office/drawing/2014/main" id="{717CAC68-DC23-4AF9-37B0-3B5EEFECCDCA}"/>
              </a:ext>
            </a:extLst>
          </p:cNvPr>
          <p:cNvGraphicFramePr/>
          <p:nvPr>
            <p:extLst>
              <p:ext uri="{D42A27DB-BD31-4B8C-83A1-F6EECF244321}">
                <p14:modId xmlns:p14="http://schemas.microsoft.com/office/powerpoint/2010/main" val="2760593594"/>
              </p:ext>
            </p:extLst>
          </p:nvPr>
        </p:nvGraphicFramePr>
        <p:xfrm>
          <a:off x="5906988" y="1975607"/>
          <a:ext cx="5477972" cy="413577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5985944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C6DAC-FF74-28F6-A6FA-635FCAC7C497}"/>
              </a:ext>
            </a:extLst>
          </p:cNvPr>
          <p:cNvSpPr>
            <a:spLocks noGrp="1"/>
          </p:cNvSpPr>
          <p:nvPr>
            <p:ph type="title"/>
          </p:nvPr>
        </p:nvSpPr>
        <p:spPr/>
        <p:txBody>
          <a:bodyPr/>
          <a:lstStyle/>
          <a:p>
            <a:r>
              <a:rPr lang="en-US" dirty="0"/>
              <a:t>Future Considerations</a:t>
            </a:r>
          </a:p>
        </p:txBody>
      </p:sp>
      <p:graphicFrame>
        <p:nvGraphicFramePr>
          <p:cNvPr id="4" name="Content Placeholder 3">
            <a:extLst>
              <a:ext uri="{FF2B5EF4-FFF2-40B4-BE49-F238E27FC236}">
                <a16:creationId xmlns:a16="http://schemas.microsoft.com/office/drawing/2014/main" id="{D03DFF32-3307-612A-9FC9-4606DB78B3AF}"/>
              </a:ext>
            </a:extLst>
          </p:cNvPr>
          <p:cNvGraphicFramePr>
            <a:graphicFrameLocks noGrp="1"/>
          </p:cNvGraphicFramePr>
          <p:nvPr>
            <p:ph idx="1"/>
            <p:extLst>
              <p:ext uri="{D42A27DB-BD31-4B8C-83A1-F6EECF244321}">
                <p14:modId xmlns:p14="http://schemas.microsoft.com/office/powerpoint/2010/main" val="3977740843"/>
              </p:ext>
            </p:extLst>
          </p:nvPr>
        </p:nvGraphicFramePr>
        <p:xfrm>
          <a:off x="702681" y="1846263"/>
          <a:ext cx="10058400" cy="4022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962860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FD089-6D43-5EED-EA60-C288E5236C06}"/>
              </a:ext>
            </a:extLst>
          </p:cNvPr>
          <p:cNvSpPr>
            <a:spLocks noGrp="1"/>
          </p:cNvSpPr>
          <p:nvPr>
            <p:ph type="title"/>
          </p:nvPr>
        </p:nvSpPr>
        <p:spPr/>
        <p:txBody>
          <a:bodyPr/>
          <a:lstStyle/>
          <a:p>
            <a:r>
              <a:rPr lang="en-US" dirty="0"/>
              <a:t>Thank you</a:t>
            </a:r>
          </a:p>
        </p:txBody>
      </p:sp>
    </p:spTree>
    <p:extLst>
      <p:ext uri="{BB962C8B-B14F-4D97-AF65-F5344CB8AC3E}">
        <p14:creationId xmlns:p14="http://schemas.microsoft.com/office/powerpoint/2010/main" val="1804061972"/>
      </p:ext>
    </p:extLst>
  </p:cSld>
  <p:clrMapOvr>
    <a:masterClrMapping/>
  </p:clrMapOvr>
</p:sld>
</file>

<file path=ppt/theme/theme1.xml><?xml version="1.0" encoding="utf-8"?>
<a:theme xmlns:a="http://schemas.openxmlformats.org/drawingml/2006/main" name="Retrospect">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243AF7DC-D15B-41C0-AE81-23980D1B9FC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1350</TotalTime>
  <Words>2394</Words>
  <Application>Microsoft Office PowerPoint</Application>
  <PresentationFormat>Widescreen</PresentationFormat>
  <Paragraphs>426</Paragraphs>
  <Slides>15</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Light</vt:lpstr>
      <vt:lpstr>Source Sans Pro</vt:lpstr>
      <vt:lpstr>Retrospect</vt:lpstr>
      <vt:lpstr>Lead Prioritization Agent</vt:lpstr>
      <vt:lpstr>Executive Summary</vt:lpstr>
      <vt:lpstr>Account Prioritization - Amount of attention a lead requires based on purchase propensity and revenue opportunity. </vt:lpstr>
      <vt:lpstr>Data and Assumptions</vt:lpstr>
      <vt:lpstr>Baseline Approach</vt:lpstr>
      <vt:lpstr>Addressing Historical Context</vt:lpstr>
      <vt:lpstr>Addressing temporal detail - Snapshot histories to capture nuance</vt:lpstr>
      <vt:lpstr>Example: Snapshot Summary Output</vt:lpstr>
      <vt:lpstr>App Architecture – Solution</vt:lpstr>
      <vt:lpstr>Example: Lead Prioritization Output</vt:lpstr>
      <vt:lpstr>Demo</vt:lpstr>
      <vt:lpstr>LLM Priority Scoring – Interpret with Caution</vt:lpstr>
      <vt:lpstr>Implementation – A careful process</vt:lpstr>
      <vt:lpstr>Future Considerations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Jonathan Luo</dc:creator>
  <cp:lastModifiedBy>Jonathan Luo</cp:lastModifiedBy>
  <cp:revision>1</cp:revision>
  <dcterms:created xsi:type="dcterms:W3CDTF">2025-05-02T06:13:54Z</dcterms:created>
  <dcterms:modified xsi:type="dcterms:W3CDTF">2025-05-03T04:52:46Z</dcterms:modified>
</cp:coreProperties>
</file>